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FD3268-E693-4B9F-8229-3756E49053FF}" v="23" dt="2025-11-21T10:46:51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102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jyothi akshaya" userId="3c321a654412955a" providerId="LiveId" clId="{774F25E5-E482-49D2-AB89-CEF0B3B94269}"/>
    <pc:docChg chg="custSel addSld delSld modSld">
      <pc:chgData name="Pjyothi akshaya" userId="3c321a654412955a" providerId="LiveId" clId="{774F25E5-E482-49D2-AB89-CEF0B3B94269}" dt="2025-11-21T10:47:16.983" v="394" actId="14100"/>
      <pc:docMkLst>
        <pc:docMk/>
      </pc:docMkLst>
      <pc:sldChg chg="addSp delSp modSp mod">
        <pc:chgData name="Pjyothi akshaya" userId="3c321a654412955a" providerId="LiveId" clId="{774F25E5-E482-49D2-AB89-CEF0B3B94269}" dt="2025-11-21T10:23:33.833" v="318" actId="113"/>
        <pc:sldMkLst>
          <pc:docMk/>
          <pc:sldMk cId="3588100345" sldId="257"/>
        </pc:sldMkLst>
        <pc:spChg chg="mod">
          <ac:chgData name="Pjyothi akshaya" userId="3c321a654412955a" providerId="LiveId" clId="{774F25E5-E482-49D2-AB89-CEF0B3B94269}" dt="2025-11-21T10:23:33.833" v="318" actId="113"/>
          <ac:spMkLst>
            <pc:docMk/>
            <pc:sldMk cId="3588100345" sldId="257"/>
            <ac:spMk id="4" creationId="{27502C57-C52B-F9EC-31DD-607613BFA1EB}"/>
          </ac:spMkLst>
        </pc:spChg>
        <pc:spChg chg="mod">
          <ac:chgData name="Pjyothi akshaya" userId="3c321a654412955a" providerId="LiveId" clId="{774F25E5-E482-49D2-AB89-CEF0B3B94269}" dt="2025-11-21T09:59:30.923" v="281" actId="14100"/>
          <ac:spMkLst>
            <pc:docMk/>
            <pc:sldMk cId="3588100345" sldId="257"/>
            <ac:spMk id="5" creationId="{07688F6D-0224-F080-DF17-838B0AB55954}"/>
          </ac:spMkLst>
        </pc:spChg>
        <pc:spChg chg="mod">
          <ac:chgData name="Pjyothi akshaya" userId="3c321a654412955a" providerId="LiveId" clId="{774F25E5-E482-49D2-AB89-CEF0B3B94269}" dt="2025-11-21T09:59:46.049" v="283" actId="14100"/>
          <ac:spMkLst>
            <pc:docMk/>
            <pc:sldMk cId="3588100345" sldId="257"/>
            <ac:spMk id="6" creationId="{071F6C43-37CA-39C1-1829-766053D2BD78}"/>
          </ac:spMkLst>
        </pc:spChg>
        <pc:spChg chg="mod">
          <ac:chgData name="Pjyothi akshaya" userId="3c321a654412955a" providerId="LiveId" clId="{774F25E5-E482-49D2-AB89-CEF0B3B94269}" dt="2025-11-21T09:59:53.358" v="285" actId="14100"/>
          <ac:spMkLst>
            <pc:docMk/>
            <pc:sldMk cId="3588100345" sldId="257"/>
            <ac:spMk id="7" creationId="{9F958FAB-E2A0-256B-8E02-7D81721E10FD}"/>
          </ac:spMkLst>
        </pc:spChg>
        <pc:spChg chg="mod">
          <ac:chgData name="Pjyothi akshaya" userId="3c321a654412955a" providerId="LiveId" clId="{774F25E5-E482-49D2-AB89-CEF0B3B94269}" dt="2025-11-21T10:00:01.683" v="287" actId="14100"/>
          <ac:spMkLst>
            <pc:docMk/>
            <pc:sldMk cId="3588100345" sldId="257"/>
            <ac:spMk id="8" creationId="{4C98F191-FC89-BBD4-DA68-B70263F76121}"/>
          </ac:spMkLst>
        </pc:spChg>
        <pc:spChg chg="mod">
          <ac:chgData name="Pjyothi akshaya" userId="3c321a654412955a" providerId="LiveId" clId="{774F25E5-E482-49D2-AB89-CEF0B3B94269}" dt="2025-11-21T10:00:12.003" v="289" actId="14100"/>
          <ac:spMkLst>
            <pc:docMk/>
            <pc:sldMk cId="3588100345" sldId="257"/>
            <ac:spMk id="9" creationId="{8B09E037-3D6D-05F1-0A54-1643C4A5A6E6}"/>
          </ac:spMkLst>
        </pc:spChg>
        <pc:spChg chg="mod">
          <ac:chgData name="Pjyothi akshaya" userId="3c321a654412955a" providerId="LiveId" clId="{774F25E5-E482-49D2-AB89-CEF0B3B94269}" dt="2025-11-21T10:02:27.971" v="303" actId="255"/>
          <ac:spMkLst>
            <pc:docMk/>
            <pc:sldMk cId="3588100345" sldId="257"/>
            <ac:spMk id="10" creationId="{2FF79EBA-A42F-3EB1-0D61-45E4878AA00A}"/>
          </ac:spMkLst>
        </pc:spChg>
        <pc:spChg chg="del mod">
          <ac:chgData name="Pjyothi akshaya" userId="3c321a654412955a" providerId="LiveId" clId="{774F25E5-E482-49D2-AB89-CEF0B3B94269}" dt="2025-11-21T10:01:00.141" v="296" actId="21"/>
          <ac:spMkLst>
            <pc:docMk/>
            <pc:sldMk cId="3588100345" sldId="257"/>
            <ac:spMk id="11" creationId="{EA308612-82EA-61A2-6CAD-223FC4E16746}"/>
          </ac:spMkLst>
        </pc:spChg>
        <pc:spChg chg="mod">
          <ac:chgData name="Pjyothi akshaya" userId="3c321a654412955a" providerId="LiveId" clId="{774F25E5-E482-49D2-AB89-CEF0B3B94269}" dt="2025-11-21T10:02:44.479" v="304" actId="255"/>
          <ac:spMkLst>
            <pc:docMk/>
            <pc:sldMk cId="3588100345" sldId="257"/>
            <ac:spMk id="12" creationId="{4EB9CB0A-D952-7869-7B53-0F453F2F9B67}"/>
          </ac:spMkLst>
        </pc:spChg>
        <pc:spChg chg="add mod">
          <ac:chgData name="Pjyothi akshaya" userId="3c321a654412955a" providerId="LiveId" clId="{774F25E5-E482-49D2-AB89-CEF0B3B94269}" dt="2025-11-21T10:01:19.919" v="297" actId="1076"/>
          <ac:spMkLst>
            <pc:docMk/>
            <pc:sldMk cId="3588100345" sldId="257"/>
            <ac:spMk id="14" creationId="{DEF4E443-391B-EE2F-2ADE-20CDD3B926F3}"/>
          </ac:spMkLst>
        </pc:spChg>
      </pc:sldChg>
      <pc:sldChg chg="addSp delSp modSp new mod modTransition">
        <pc:chgData name="Pjyothi akshaya" userId="3c321a654412955a" providerId="LiveId" clId="{774F25E5-E482-49D2-AB89-CEF0B3B94269}" dt="2025-11-21T10:27:07.586" v="329" actId="14100"/>
        <pc:sldMkLst>
          <pc:docMk/>
          <pc:sldMk cId="518771134" sldId="258"/>
        </pc:sldMkLst>
        <pc:spChg chg="mod">
          <ac:chgData name="Pjyothi akshaya" userId="3c321a654412955a" providerId="LiveId" clId="{774F25E5-E482-49D2-AB89-CEF0B3B94269}" dt="2025-11-21T09:56:41.346" v="259"/>
          <ac:spMkLst>
            <pc:docMk/>
            <pc:sldMk cId="518771134" sldId="258"/>
            <ac:spMk id="2" creationId="{184C160D-601B-76D3-A2A8-80909B17EF2A}"/>
          </ac:spMkLst>
        </pc:spChg>
        <pc:picChg chg="add mod ord">
          <ac:chgData name="Pjyothi akshaya" userId="3c321a654412955a" providerId="LiveId" clId="{774F25E5-E482-49D2-AB89-CEF0B3B94269}" dt="2025-11-21T10:22:02.088" v="305" actId="14100"/>
          <ac:picMkLst>
            <pc:docMk/>
            <pc:sldMk cId="518771134" sldId="258"/>
            <ac:picMk id="6" creationId="{F967611C-6B1A-7754-5A19-19637BDCE60E}"/>
          </ac:picMkLst>
        </pc:picChg>
        <pc:picChg chg="add mod ord">
          <ac:chgData name="Pjyothi akshaya" userId="3c321a654412955a" providerId="LiveId" clId="{774F25E5-E482-49D2-AB89-CEF0B3B94269}" dt="2025-11-21T10:27:07.586" v="329" actId="14100"/>
          <ac:picMkLst>
            <pc:docMk/>
            <pc:sldMk cId="518771134" sldId="258"/>
            <ac:picMk id="8" creationId="{4FC74F10-1F76-AD63-0AB5-570550CBBEE3}"/>
          </ac:picMkLst>
        </pc:picChg>
      </pc:sldChg>
      <pc:sldChg chg="addSp delSp modSp new mod">
        <pc:chgData name="Pjyothi akshaya" userId="3c321a654412955a" providerId="LiveId" clId="{774F25E5-E482-49D2-AB89-CEF0B3B94269}" dt="2025-11-21T10:22:16.080" v="308" actId="14100"/>
        <pc:sldMkLst>
          <pc:docMk/>
          <pc:sldMk cId="2653159841" sldId="259"/>
        </pc:sldMkLst>
        <pc:spChg chg="mod">
          <ac:chgData name="Pjyothi akshaya" userId="3c321a654412955a" providerId="LiveId" clId="{774F25E5-E482-49D2-AB89-CEF0B3B94269}" dt="2025-11-21T09:56:41.346" v="259"/>
          <ac:spMkLst>
            <pc:docMk/>
            <pc:sldMk cId="2653159841" sldId="259"/>
            <ac:spMk id="2" creationId="{4E5828F8-5F7C-C4F2-B8F7-A86D3AC88547}"/>
          </ac:spMkLst>
        </pc:spChg>
        <pc:picChg chg="add mod ord">
          <ac:chgData name="Pjyothi akshaya" userId="3c321a654412955a" providerId="LiveId" clId="{774F25E5-E482-49D2-AB89-CEF0B3B94269}" dt="2025-11-21T10:22:12.940" v="307" actId="14100"/>
          <ac:picMkLst>
            <pc:docMk/>
            <pc:sldMk cId="2653159841" sldId="259"/>
            <ac:picMk id="6" creationId="{2D713592-B8B3-32A9-BFAD-3872836FDF4B}"/>
          </ac:picMkLst>
        </pc:picChg>
        <pc:picChg chg="add mod ord">
          <ac:chgData name="Pjyothi akshaya" userId="3c321a654412955a" providerId="LiveId" clId="{774F25E5-E482-49D2-AB89-CEF0B3B94269}" dt="2025-11-21T10:22:16.080" v="308" actId="14100"/>
          <ac:picMkLst>
            <pc:docMk/>
            <pc:sldMk cId="2653159841" sldId="259"/>
            <ac:picMk id="8" creationId="{E9EBA39E-C336-3A26-F5C9-A6B2F8376C09}"/>
          </ac:picMkLst>
        </pc:picChg>
      </pc:sldChg>
      <pc:sldChg chg="addSp delSp modSp new mod">
        <pc:chgData name="Pjyothi akshaya" userId="3c321a654412955a" providerId="LiveId" clId="{774F25E5-E482-49D2-AB89-CEF0B3B94269}" dt="2025-11-21T10:24:28.857" v="325" actId="20577"/>
        <pc:sldMkLst>
          <pc:docMk/>
          <pc:sldMk cId="2720851266" sldId="260"/>
        </pc:sldMkLst>
        <pc:spChg chg="mod">
          <ac:chgData name="Pjyothi akshaya" userId="3c321a654412955a" providerId="LiveId" clId="{774F25E5-E482-49D2-AB89-CEF0B3B94269}" dt="2025-11-21T10:24:28.857" v="325" actId="20577"/>
          <ac:spMkLst>
            <pc:docMk/>
            <pc:sldMk cId="2720851266" sldId="260"/>
            <ac:spMk id="2" creationId="{0C20A467-D664-36EE-9092-07A641978B00}"/>
          </ac:spMkLst>
        </pc:spChg>
        <pc:picChg chg="add mod ord">
          <ac:chgData name="Pjyothi akshaya" userId="3c321a654412955a" providerId="LiveId" clId="{774F25E5-E482-49D2-AB89-CEF0B3B94269}" dt="2025-11-21T10:22:23.564" v="309" actId="14100"/>
          <ac:picMkLst>
            <pc:docMk/>
            <pc:sldMk cId="2720851266" sldId="260"/>
            <ac:picMk id="6" creationId="{5294605F-FE3C-4DCF-AC7B-360EFDD2C0AE}"/>
          </ac:picMkLst>
        </pc:picChg>
        <pc:picChg chg="add mod ord">
          <ac:chgData name="Pjyothi akshaya" userId="3c321a654412955a" providerId="LiveId" clId="{774F25E5-E482-49D2-AB89-CEF0B3B94269}" dt="2025-11-21T10:22:31.206" v="310" actId="14100"/>
          <ac:picMkLst>
            <pc:docMk/>
            <pc:sldMk cId="2720851266" sldId="260"/>
            <ac:picMk id="8" creationId="{33DDA3E1-A1DB-5D87-AC65-B2CE463A0181}"/>
          </ac:picMkLst>
        </pc:picChg>
      </pc:sldChg>
      <pc:sldChg chg="addSp delSp modSp new mod">
        <pc:chgData name="Pjyothi akshaya" userId="3c321a654412955a" providerId="LiveId" clId="{774F25E5-E482-49D2-AB89-CEF0B3B94269}" dt="2025-11-21T10:24:54.461" v="327" actId="113"/>
        <pc:sldMkLst>
          <pc:docMk/>
          <pc:sldMk cId="2092904058" sldId="261"/>
        </pc:sldMkLst>
        <pc:spChg chg="mod">
          <ac:chgData name="Pjyothi akshaya" userId="3c321a654412955a" providerId="LiveId" clId="{774F25E5-E482-49D2-AB89-CEF0B3B94269}" dt="2025-11-21T10:24:54.461" v="327" actId="113"/>
          <ac:spMkLst>
            <pc:docMk/>
            <pc:sldMk cId="2092904058" sldId="261"/>
            <ac:spMk id="2" creationId="{89DBB142-686C-006B-DF88-6092C9570402}"/>
          </ac:spMkLst>
        </pc:spChg>
        <pc:picChg chg="add mod ord">
          <ac:chgData name="Pjyothi akshaya" userId="3c321a654412955a" providerId="LiveId" clId="{774F25E5-E482-49D2-AB89-CEF0B3B94269}" dt="2025-11-21T10:22:46.476" v="314" actId="14100"/>
          <ac:picMkLst>
            <pc:docMk/>
            <pc:sldMk cId="2092904058" sldId="261"/>
            <ac:picMk id="8" creationId="{7120AEE3-166A-8CDC-1EA6-FCA258FB1F6A}"/>
          </ac:picMkLst>
        </pc:picChg>
        <pc:picChg chg="add mod ord">
          <ac:chgData name="Pjyothi akshaya" userId="3c321a654412955a" providerId="LiveId" clId="{774F25E5-E482-49D2-AB89-CEF0B3B94269}" dt="2025-11-21T10:22:37.899" v="311" actId="14100"/>
          <ac:picMkLst>
            <pc:docMk/>
            <pc:sldMk cId="2092904058" sldId="261"/>
            <ac:picMk id="12" creationId="{456036CF-BA36-6A68-E7EE-3CD6248986E8}"/>
          </ac:picMkLst>
        </pc:picChg>
      </pc:sldChg>
      <pc:sldChg chg="addSp delSp modSp new mod">
        <pc:chgData name="Pjyothi akshaya" userId="3c321a654412955a" providerId="LiveId" clId="{774F25E5-E482-49D2-AB89-CEF0B3B94269}" dt="2025-11-21T10:36:51.509" v="375" actId="14100"/>
        <pc:sldMkLst>
          <pc:docMk/>
          <pc:sldMk cId="759592032" sldId="262"/>
        </pc:sldMkLst>
        <pc:spChg chg="del mod">
          <ac:chgData name="Pjyothi akshaya" userId="3c321a654412955a" providerId="LiveId" clId="{774F25E5-E482-49D2-AB89-CEF0B3B94269}" dt="2025-11-21T10:31:57.590" v="341"/>
          <ac:spMkLst>
            <pc:docMk/>
            <pc:sldMk cId="759592032" sldId="262"/>
            <ac:spMk id="2" creationId="{C2186C46-7D67-DF4C-39AA-2874105A97C6}"/>
          </ac:spMkLst>
        </pc:spChg>
        <pc:spChg chg="add del mod">
          <ac:chgData name="Pjyothi akshaya" userId="3c321a654412955a" providerId="LiveId" clId="{774F25E5-E482-49D2-AB89-CEF0B3B94269}" dt="2025-11-21T10:31:54.604" v="340" actId="21"/>
          <ac:spMkLst>
            <pc:docMk/>
            <pc:sldMk cId="759592032" sldId="262"/>
            <ac:spMk id="4" creationId="{943D75B9-B7DC-DD25-0F65-D2DB3A2008FF}"/>
          </ac:spMkLst>
        </pc:spChg>
        <pc:spChg chg="add mod">
          <ac:chgData name="Pjyothi akshaya" userId="3c321a654412955a" providerId="LiveId" clId="{774F25E5-E482-49D2-AB89-CEF0B3B94269}" dt="2025-11-21T10:32:09.227" v="343" actId="255"/>
          <ac:spMkLst>
            <pc:docMk/>
            <pc:sldMk cId="759592032" sldId="262"/>
            <ac:spMk id="5" creationId="{943D75B9-B7DC-DD25-0F65-D2DB3A2008FF}"/>
          </ac:spMkLst>
        </pc:spChg>
        <pc:spChg chg="add del mod">
          <ac:chgData name="Pjyothi akshaya" userId="3c321a654412955a" providerId="LiveId" clId="{774F25E5-E482-49D2-AB89-CEF0B3B94269}" dt="2025-11-21T10:32:45.305" v="345" actId="21"/>
          <ac:spMkLst>
            <pc:docMk/>
            <pc:sldMk cId="759592032" sldId="262"/>
            <ac:spMk id="6" creationId="{149507CB-DC98-4D1B-8762-44924A8822E7}"/>
          </ac:spMkLst>
        </pc:spChg>
        <pc:spChg chg="add del mod">
          <ac:chgData name="Pjyothi akshaya" userId="3c321a654412955a" providerId="LiveId" clId="{774F25E5-E482-49D2-AB89-CEF0B3B94269}" dt="2025-11-21T10:34:53.535" v="371"/>
          <ac:spMkLst>
            <pc:docMk/>
            <pc:sldMk cId="759592032" sldId="262"/>
            <ac:spMk id="8" creationId="{0B55EADE-2E3C-8DD6-3E45-294B0E93F8F4}"/>
          </ac:spMkLst>
        </pc:spChg>
        <pc:spChg chg="add del mod">
          <ac:chgData name="Pjyothi akshaya" userId="3c321a654412955a" providerId="LiveId" clId="{774F25E5-E482-49D2-AB89-CEF0B3B94269}" dt="2025-11-21T10:34:10.924" v="362"/>
          <ac:spMkLst>
            <pc:docMk/>
            <pc:sldMk cId="759592032" sldId="262"/>
            <ac:spMk id="10" creationId="{BC437A07-FEE1-2653-07FE-7E3D6AAFF329}"/>
          </ac:spMkLst>
        </pc:spChg>
        <pc:spChg chg="add del mod">
          <ac:chgData name="Pjyothi akshaya" userId="3c321a654412955a" providerId="LiveId" clId="{774F25E5-E482-49D2-AB89-CEF0B3B94269}" dt="2025-11-21T10:34:53.533" v="369"/>
          <ac:spMkLst>
            <pc:docMk/>
            <pc:sldMk cId="759592032" sldId="262"/>
            <ac:spMk id="12" creationId="{841A6676-82F4-37E1-1668-3B572ACB9488}"/>
          </ac:spMkLst>
        </pc:spChg>
        <pc:graphicFrameChg chg="add mod modGraphic">
          <ac:chgData name="Pjyothi akshaya" userId="3c321a654412955a" providerId="LiveId" clId="{774F25E5-E482-49D2-AB89-CEF0B3B94269}" dt="2025-11-21T10:36:51.509" v="375" actId="14100"/>
          <ac:graphicFrameMkLst>
            <pc:docMk/>
            <pc:sldMk cId="759592032" sldId="262"/>
            <ac:graphicFrameMk id="13" creationId="{2B7E2A0A-0AF4-EA6C-4235-D1B2613930DF}"/>
          </ac:graphicFrameMkLst>
        </pc:graphicFrameChg>
      </pc:sldChg>
      <pc:sldChg chg="new del">
        <pc:chgData name="Pjyothi akshaya" userId="3c321a654412955a" providerId="LiveId" clId="{774F25E5-E482-49D2-AB89-CEF0B3B94269}" dt="2025-11-21T10:23:57.239" v="321" actId="2696"/>
        <pc:sldMkLst>
          <pc:docMk/>
          <pc:sldMk cId="3342497176" sldId="262"/>
        </pc:sldMkLst>
      </pc:sldChg>
      <pc:sldChg chg="addSp delSp modSp new mod">
        <pc:chgData name="Pjyothi akshaya" userId="3c321a654412955a" providerId="LiveId" clId="{774F25E5-E482-49D2-AB89-CEF0B3B94269}" dt="2025-11-21T10:47:16.983" v="394" actId="14100"/>
        <pc:sldMkLst>
          <pc:docMk/>
          <pc:sldMk cId="1921308470" sldId="263"/>
        </pc:sldMkLst>
        <pc:picChg chg="add del mod">
          <ac:chgData name="Pjyothi akshaya" userId="3c321a654412955a" providerId="LiveId" clId="{774F25E5-E482-49D2-AB89-CEF0B3B94269}" dt="2025-11-21T10:45:05.880" v="381" actId="21"/>
          <ac:picMkLst>
            <pc:docMk/>
            <pc:sldMk cId="1921308470" sldId="263"/>
            <ac:picMk id="3" creationId="{CC39E10B-C11C-E652-0C64-BBE0B4A33AB2}"/>
          </ac:picMkLst>
        </pc:picChg>
        <pc:picChg chg="add del mod">
          <ac:chgData name="Pjyothi akshaya" userId="3c321a654412955a" providerId="LiveId" clId="{774F25E5-E482-49D2-AB89-CEF0B3B94269}" dt="2025-11-21T10:45:54.447" v="387" actId="21"/>
          <ac:picMkLst>
            <pc:docMk/>
            <pc:sldMk cId="1921308470" sldId="263"/>
            <ac:picMk id="5" creationId="{4F5063FB-4EA4-8738-6000-7879C9F94324}"/>
          </ac:picMkLst>
        </pc:picChg>
        <pc:picChg chg="add mod">
          <ac:chgData name="Pjyothi akshaya" userId="3c321a654412955a" providerId="LiveId" clId="{774F25E5-E482-49D2-AB89-CEF0B3B94269}" dt="2025-11-21T10:47:16.983" v="394" actId="14100"/>
          <ac:picMkLst>
            <pc:docMk/>
            <pc:sldMk cId="1921308470" sldId="263"/>
            <ac:picMk id="7" creationId="{61C59340-61C3-F46B-D67C-4F764C0F3C69}"/>
          </ac:picMkLst>
        </pc:picChg>
      </pc:sldChg>
      <pc:sldChg chg="addSp new del mod">
        <pc:chgData name="Pjyothi akshaya" userId="3c321a654412955a" providerId="LiveId" clId="{774F25E5-E482-49D2-AB89-CEF0B3B94269}" dt="2025-11-21T10:30:33.899" v="331" actId="2696"/>
        <pc:sldMkLst>
          <pc:docMk/>
          <pc:sldMk cId="2180458464" sldId="263"/>
        </pc:sldMkLst>
        <pc:spChg chg="add">
          <ac:chgData name="Pjyothi akshaya" userId="3c321a654412955a" providerId="LiveId" clId="{774F25E5-E482-49D2-AB89-CEF0B3B94269}" dt="2025-11-21T10:30:28.773" v="330" actId="22"/>
          <ac:spMkLst>
            <pc:docMk/>
            <pc:sldMk cId="2180458464" sldId="263"/>
            <ac:spMk id="3" creationId="{15E0CB68-DADE-A94B-5A57-71FC896A893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796FB-5D58-46E6-AA61-2A90E730500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E4EA9-D526-480A-939F-0B40D5A58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839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E4EA9-D526-480A-939F-0B40D5A5869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865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516A-81F7-4FD9-83C1-9E3F1852AF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238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516A-81F7-4FD9-83C1-9E3F1852AF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722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516A-81F7-4FD9-83C1-9E3F1852AF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461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516A-81F7-4FD9-83C1-9E3F1852AF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712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516A-81F7-4FD9-83C1-9E3F1852AF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61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516A-81F7-4FD9-83C1-9E3F1852AF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471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516A-81F7-4FD9-83C1-9E3F1852AF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06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516A-81F7-4FD9-83C1-9E3F1852AF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921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EF4516A-81F7-4FD9-83C1-9E3F1852AF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624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516A-81F7-4FD9-83C1-9E3F1852AF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783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516A-81F7-4FD9-83C1-9E3F1852AF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811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4516A-81F7-4FD9-83C1-9E3F1852AF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9123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E2D6F31-1CFF-77AC-414B-3C5C8D82B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530" y="291035"/>
            <a:ext cx="6758940" cy="123133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27502C57-C52B-F9EC-31DD-607613BFA1EB}"/>
              </a:ext>
            </a:extLst>
          </p:cNvPr>
          <p:cNvSpPr/>
          <p:nvPr/>
        </p:nvSpPr>
        <p:spPr>
          <a:xfrm>
            <a:off x="312009" y="1523121"/>
            <a:ext cx="2604968" cy="3256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F0000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Project Details:</a:t>
            </a:r>
            <a:endParaRPr lang="en-US" sz="2050" b="1" dirty="0">
              <a:solidFill>
                <a:srgbClr val="FF0000"/>
              </a:solidFill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7688F6D-0224-F080-DF17-838B0AB55954}"/>
              </a:ext>
            </a:extLst>
          </p:cNvPr>
          <p:cNvSpPr/>
          <p:nvPr/>
        </p:nvSpPr>
        <p:spPr>
          <a:xfrm>
            <a:off x="329378" y="1989489"/>
            <a:ext cx="13042821" cy="5021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b="1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Title</a:t>
            </a:r>
            <a:r>
              <a:rPr lang="en-US" sz="1550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 </a:t>
            </a:r>
            <a:r>
              <a:rPr lang="en-US" sz="1600" b="1" dirty="0"/>
              <a:t>Forecasting Air Quality Using Historical Pollution Data</a:t>
            </a:r>
            <a:endParaRPr lang="en-US" sz="1550" b="1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71F6C43-37CA-39C1-1829-766053D2BD78}"/>
              </a:ext>
            </a:extLst>
          </p:cNvPr>
          <p:cNvSpPr/>
          <p:nvPr/>
        </p:nvSpPr>
        <p:spPr>
          <a:xfrm>
            <a:off x="312009" y="2389909"/>
            <a:ext cx="13042821" cy="7161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b="1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Purpose -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600" dirty="0"/>
              <a:t>To predict AQI and pollutant levels using historical pollution data and support healthier, data-driven decisions. The system</a:t>
            </a:r>
          </a:p>
          <a:p>
            <a:pPr>
              <a:lnSpc>
                <a:spcPts val="2500"/>
              </a:lnSpc>
            </a:pPr>
            <a:r>
              <a:rPr lang="en-US" sz="1600" dirty="0"/>
              <a:t> provides alerts, dashboards, and trend analysis to help authorities and the public take timely preventive actions.</a:t>
            </a:r>
            <a:endParaRPr lang="en-US" sz="155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F958FAB-E2A0-256B-8E02-7D81721E10FD}"/>
              </a:ext>
            </a:extLst>
          </p:cNvPr>
          <p:cNvSpPr/>
          <p:nvPr/>
        </p:nvSpPr>
        <p:spPr>
          <a:xfrm>
            <a:off x="312009" y="3146930"/>
            <a:ext cx="13042821" cy="5735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b="1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Tools and Technologie</a:t>
            </a:r>
            <a:r>
              <a:rPr lang="en-US" sz="1550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 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 </a:t>
            </a:r>
            <a:r>
              <a:rPr lang="en-US" sz="1600" dirty="0"/>
              <a:t>Python (Pandas, NumPy, Matplotlib, Sci-kit Learn) for data analysis and forecasting, and </a:t>
            </a:r>
            <a:r>
              <a:rPr lang="en-US" sz="1600" dirty="0" err="1"/>
              <a:t>Streamlit</a:t>
            </a:r>
            <a:r>
              <a:rPr lang="en-US" sz="1600" dirty="0"/>
              <a:t>  for building the </a:t>
            </a:r>
          </a:p>
          <a:p>
            <a:pPr>
              <a:lnSpc>
                <a:spcPts val="2500"/>
              </a:lnSpc>
            </a:pPr>
            <a:r>
              <a:rPr lang="en-US" sz="1600" dirty="0"/>
              <a:t>interactive dashboard and UI.</a:t>
            </a:r>
          </a:p>
          <a:p>
            <a:pPr>
              <a:lnSpc>
                <a:spcPts val="2500"/>
              </a:lnSpc>
            </a:pPr>
            <a:endParaRPr lang="en-US" sz="1600" dirty="0"/>
          </a:p>
          <a:p>
            <a:pPr>
              <a:lnSpc>
                <a:spcPts val="2500"/>
              </a:lnSpc>
            </a:pPr>
            <a:endParaRPr lang="en-US" sz="1600" dirty="0"/>
          </a:p>
          <a:p>
            <a:pPr>
              <a:lnSpc>
                <a:spcPts val="2500"/>
              </a:lnSpc>
            </a:pPr>
            <a:endParaRPr lang="en-US" sz="15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C98F191-FC89-BBD4-DA68-B70263F76121}"/>
              </a:ext>
            </a:extLst>
          </p:cNvPr>
          <p:cNvSpPr/>
          <p:nvPr/>
        </p:nvSpPr>
        <p:spPr>
          <a:xfrm>
            <a:off x="329378" y="3573160"/>
            <a:ext cx="13025452" cy="688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  <a:p>
            <a:pPr>
              <a:lnSpc>
                <a:spcPts val="2500"/>
              </a:lnSpc>
            </a:pPr>
            <a:r>
              <a:rPr lang="en-US" sz="1550" b="1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Mentor</a:t>
            </a:r>
            <a:r>
              <a:rPr lang="en-US" sz="1550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-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Ms. Umme Asma S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B09E037-3D6D-05F1-0A54-1643C4A5A6E6}"/>
              </a:ext>
            </a:extLst>
          </p:cNvPr>
          <p:cNvSpPr/>
          <p:nvPr/>
        </p:nvSpPr>
        <p:spPr>
          <a:xfrm>
            <a:off x="312009" y="4334918"/>
            <a:ext cx="13042821" cy="393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Batch Number</a:t>
            </a:r>
            <a:r>
              <a:rPr lang="en-US" sz="1550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- 3</a:t>
            </a:r>
            <a:endParaRPr lang="en-US" sz="15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FF79EBA-A42F-3EB1-0D61-45E4878AA00A}"/>
              </a:ext>
            </a:extLst>
          </p:cNvPr>
          <p:cNvSpPr/>
          <p:nvPr/>
        </p:nvSpPr>
        <p:spPr>
          <a:xfrm>
            <a:off x="312009" y="4728383"/>
            <a:ext cx="13042821" cy="5407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Date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550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 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22-September-2025</a:t>
            </a:r>
            <a:endParaRPr lang="en-US" sz="15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EB9CB0A-D952-7869-7B53-0F453F2F9B67}"/>
              </a:ext>
            </a:extLst>
          </p:cNvPr>
          <p:cNvSpPr/>
          <p:nvPr/>
        </p:nvSpPr>
        <p:spPr>
          <a:xfrm>
            <a:off x="166255" y="5620063"/>
            <a:ext cx="13188576" cy="1020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</a:t>
            </a:r>
            <a:r>
              <a:rPr lang="en-US" sz="1550" b="1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Repository</a:t>
            </a:r>
            <a:r>
              <a:rPr lang="en-US" sz="1550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-</a:t>
            </a:r>
            <a:r>
              <a:rPr lang="en-US" sz="1550" u="sng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550" u="sng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https://github.com/itsakshaya/Infosys6.0_Python_Batch3</a:t>
            </a:r>
            <a:endParaRPr lang="en-US" sz="1550" dirty="0"/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71EE8DD5-7F71-FCEC-755A-9242955D19AE}"/>
              </a:ext>
            </a:extLst>
          </p:cNvPr>
          <p:cNvSpPr txBox="1"/>
          <p:nvPr/>
        </p:nvSpPr>
        <p:spPr>
          <a:xfrm>
            <a:off x="12004224" y="6640626"/>
            <a:ext cx="2143760" cy="5518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F4E443-391B-EE2F-2ADE-20CDD3B926F3}"/>
              </a:ext>
            </a:extLst>
          </p:cNvPr>
          <p:cNvSpPr txBox="1"/>
          <p:nvPr/>
        </p:nvSpPr>
        <p:spPr>
          <a:xfrm>
            <a:off x="166254" y="5079281"/>
            <a:ext cx="7543800" cy="396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Intern Name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– Pala Jyothi Akshaya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88100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C160D-601B-76D3-A2A8-80909B17E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MILESTONE1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Preprocessing &amp; EDA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67611C-6B1A-7754-5A19-19637BDCE60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690689"/>
            <a:ext cx="5063836" cy="4362422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FC74F10-1F76-AD63-0AB5-570550CBBE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02037" y="1690689"/>
            <a:ext cx="5451764" cy="436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711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828F8-5F7C-C4F2-B8F7-A86D3AC88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MILESTONE2: 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Training &amp; Evaluation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D713592-B8B3-32A9-BFAD-3872836FDF4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334000" cy="4362423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EBA39E-C336-3A26-F5C9-A6B2F8376C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690688"/>
            <a:ext cx="5181600" cy="436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59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0A467-D664-36EE-9092-07A641978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MILESTONE3:  </a:t>
            </a:r>
            <a:r>
              <a:rPr lang="en-US" sz="2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 Logic &amp; Trend Visualization</a:t>
            </a:r>
            <a:endParaRPr lang="en-IN" sz="2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94605F-FE3C-4DCF-AC7B-360EFDD2C0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7829" y="1787236"/>
            <a:ext cx="5431971" cy="4187537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3DDA3E1-A1DB-5D87-AC65-B2CE463A01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19800" y="1787236"/>
            <a:ext cx="5038725" cy="418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851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BB142-686C-006B-DF88-6092C9570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MILESTONE4: </a:t>
            </a:r>
            <a:r>
              <a:rPr lang="en-IN" altLang="en-US" dirty="0" err="1"/>
              <a:t>Streamlit</a:t>
            </a:r>
            <a:r>
              <a:rPr lang="en-IN" altLang="en-US" dirty="0"/>
              <a:t> Dashboard</a:t>
            </a:r>
            <a:endParaRPr lang="en-IN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56036CF-BA36-6A68-E7EE-3CD6248986E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787236"/>
            <a:ext cx="5181600" cy="4125191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120AEE3-166A-8CDC-1EA6-FCA258FB1F6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17964" y="1787236"/>
            <a:ext cx="5038725" cy="412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904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3D75B9-B7DC-DD25-0F65-D2DB3A2008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50975" y="804863"/>
            <a:ext cx="9604375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STEPS TO RUN THE PROJECT (INDIVIDUAL MILESTONES)</a:t>
            </a:r>
            <a:endParaRPr lang="en-IN" sz="2400" b="1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B7E2A0A-0AF4-EA6C-4235-D1B261393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939973"/>
              </p:ext>
            </p:extLst>
          </p:nvPr>
        </p:nvGraphicFramePr>
        <p:xfrm>
          <a:off x="1361208" y="2016125"/>
          <a:ext cx="9694140" cy="3626139"/>
        </p:xfrm>
        <a:graphic>
          <a:graphicData uri="http://schemas.openxmlformats.org/drawingml/2006/table">
            <a:tbl>
              <a:tblPr/>
              <a:tblGrid>
                <a:gridCol w="2423535">
                  <a:extLst>
                    <a:ext uri="{9D8B030D-6E8A-4147-A177-3AD203B41FA5}">
                      <a16:colId xmlns:a16="http://schemas.microsoft.com/office/drawing/2014/main" val="2285051681"/>
                    </a:ext>
                  </a:extLst>
                </a:gridCol>
                <a:gridCol w="2423535">
                  <a:extLst>
                    <a:ext uri="{9D8B030D-6E8A-4147-A177-3AD203B41FA5}">
                      <a16:colId xmlns:a16="http://schemas.microsoft.com/office/drawing/2014/main" val="2669254477"/>
                    </a:ext>
                  </a:extLst>
                </a:gridCol>
                <a:gridCol w="2423535">
                  <a:extLst>
                    <a:ext uri="{9D8B030D-6E8A-4147-A177-3AD203B41FA5}">
                      <a16:colId xmlns:a16="http://schemas.microsoft.com/office/drawing/2014/main" val="3020202315"/>
                    </a:ext>
                  </a:extLst>
                </a:gridCol>
                <a:gridCol w="2423535">
                  <a:extLst>
                    <a:ext uri="{9D8B030D-6E8A-4147-A177-3AD203B41FA5}">
                      <a16:colId xmlns:a16="http://schemas.microsoft.com/office/drawing/2014/main" val="2707800503"/>
                    </a:ext>
                  </a:extLst>
                </a:gridCol>
              </a:tblGrid>
              <a:tr h="45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Milestone</a:t>
                      </a:r>
                      <a:endParaRPr lang="en-IN" sz="1200"/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File to Run</a:t>
                      </a:r>
                      <a:endParaRPr lang="en-IN" sz="1200"/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Command</a:t>
                      </a:r>
                      <a:endParaRPr lang="en-IN" sz="1200"/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Purpose / What Happens</a:t>
                      </a:r>
                      <a:endParaRPr lang="en-IN" sz="1200"/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441858"/>
                  </a:ext>
                </a:extLst>
              </a:tr>
              <a:tr h="841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M1 – Data Explorer</a:t>
                      </a:r>
                      <a:endParaRPr lang="en-IN" sz="1200"/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M1_Data_Explorer.py</a:t>
                      </a:r>
                      <a:endParaRPr lang="en-IN" sz="1200"/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streamlit run M1_Data_Explorer.py</a:t>
                      </a:r>
                      <a:endParaRPr lang="en-US" sz="1200"/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Opens the Data Explorer dashboard → Upload dataset → View filters, charts, EDA.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508545"/>
                  </a:ext>
                </a:extLst>
              </a:tr>
              <a:tr h="841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M2 – Forecast Engine</a:t>
                      </a:r>
                      <a:endParaRPr lang="en-IN" sz="1200"/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M2_Forecast_Engine.py</a:t>
                      </a:r>
                      <a:endParaRPr lang="en-IN" sz="1200"/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streamlit run M2_Forecast_Engine.py</a:t>
                      </a:r>
                      <a:endParaRPr lang="en-US" sz="1200"/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Shows ARIMA / Prophet / LSTM forecasts, model comparison, metrics.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12772"/>
                  </a:ext>
                </a:extLst>
              </a:tr>
              <a:tr h="647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M3 – Alert System</a:t>
                      </a:r>
                      <a:endParaRPr lang="en-IN" sz="1200"/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M3_Alert_System.py</a:t>
                      </a:r>
                      <a:endParaRPr lang="en-IN" sz="1200"/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streamlit run M3_Alert_System.py</a:t>
                      </a:r>
                      <a:endParaRPr lang="en-IN" sz="1200"/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Displays AQI gauge, pollutant chart, 7-day alerts.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061130"/>
                  </a:ext>
                </a:extLst>
              </a:tr>
              <a:tr h="841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M4 – Final Dashboard</a:t>
                      </a:r>
                      <a:endParaRPr lang="en-IN" sz="1200"/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M4_Final_Dashboard.py</a:t>
                      </a:r>
                      <a:endParaRPr lang="en-IN" sz="1200"/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streamlit run M4_Final_Dashboard.py</a:t>
                      </a:r>
                      <a:endParaRPr lang="en-US" sz="1200"/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Full integrated dashboard with admin mode, trends, forecast &amp; uploads.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420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9592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C59340-61C3-F46B-D67C-4F764C0F3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30847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539</TotalTime>
  <Words>297</Words>
  <Application>Microsoft Office PowerPoint</Application>
  <PresentationFormat>Widescreen</PresentationFormat>
  <Paragraphs>39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Courier New</vt:lpstr>
      <vt:lpstr>DM Sans</vt:lpstr>
      <vt:lpstr>Gill Sans MT</vt:lpstr>
      <vt:lpstr>PT Serif</vt:lpstr>
      <vt:lpstr>Gallery</vt:lpstr>
      <vt:lpstr>PowerPoint Presentation</vt:lpstr>
      <vt:lpstr>MILESTONE1: Data Preprocessing &amp; EDA</vt:lpstr>
      <vt:lpstr>MILESTONE2: Model Training &amp; Evaluation</vt:lpstr>
      <vt:lpstr>MILESTONE3:  Alert Logic &amp; Trend Visualization</vt:lpstr>
      <vt:lpstr>MILESTONE4: Streamlit Dashboard</vt:lpstr>
      <vt:lpstr>STEPS TO RUN THE PROJECT (INDIVIDUAL MILESTONES)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Pjyothi akshaya</dc:creator>
  <cp:lastModifiedBy>Pjyothi akshaya</cp:lastModifiedBy>
  <cp:revision>3</cp:revision>
  <dcterms:created xsi:type="dcterms:W3CDTF">2025-11-17T09:04:33Z</dcterms:created>
  <dcterms:modified xsi:type="dcterms:W3CDTF">2025-11-21T10:47:19Z</dcterms:modified>
</cp:coreProperties>
</file>