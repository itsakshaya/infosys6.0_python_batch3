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0D26-2D0E-DC9C-205E-9822B1C9E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4C7D3-0149-791E-75B6-562BF8DBB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C0AB4-456B-7420-9035-10916846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E715-D7AC-1C63-B796-864711CD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32281-2CA3-ADC0-3E5F-236A1F4A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62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4D52-CFCF-B56A-30CC-19167DE7C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8CD05-5D52-EC75-5396-91135FD8A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A4B6D-920B-BBC5-CC4D-EB8C450A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17848-026A-0F74-ADC9-AB851ECD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6D999-4B13-D9A0-AFB5-EE0BEEA4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826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2131F-9D3A-40F5-E58E-15B33DBD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05DE4-2169-8B4E-EFEA-9741AAF40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BF51-B3E0-7D25-0ED8-01FDCD97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FF6B8-B22C-FD68-5832-C70C52FC9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FFF68-1B01-946F-A717-F9AD6655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4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FF01-CABF-0B19-B831-CE6FBC2F9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4136F-662F-3264-A0CF-91178ADB7D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09DA8-4BF5-E6BB-5C12-00191A073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95CEB-19C5-4960-B132-ED2358464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BD880-D7F4-0E01-C8DB-CDC2B733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0835C-23B4-EB47-73F3-1FFD34EB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33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DF8B5-8436-E4C8-318F-6DC21B1E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F6FEB-FA06-8DC4-FB87-9FAF4C98E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5726E-6E00-1614-A365-989E37698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FEFD5-680B-B129-9A60-DCA23801B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34A6D-63AA-488A-8C33-37FD8414E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C1AC1-C36C-DAC8-74FE-256A9AC9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49D93-7691-9502-2146-AF685925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1DB57-6E20-745E-A9A9-18A60186F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30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C410-F163-9852-FF01-390A5BE4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2DD81-07BD-8119-4D9D-C31DA0494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50236-F70D-D6E7-ADE6-E5E4590CF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53A1C-5EF2-475D-D774-61F8C60F1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353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85CCA1-EEED-BECD-CAE9-6BC16C22D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53BA75-9DC9-0D67-CE03-87E29F80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807F9-7A50-A120-E4E5-8C7DF07A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3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217FB-F50A-6E52-2563-02392CA9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91EC4-0188-7A0F-17CA-6C33F970F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B7135-A69A-3183-6D2F-434F671F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B4D63-09E6-413A-1EBA-F3779185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1D044-0453-37F7-B98D-0995556B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CD2B6-CF3B-D1F4-F0D4-CCDAD803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74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2B6C-54C7-438F-0C87-56CDA3DD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55BD9E-C107-3139-15D1-6ECA608B1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3EDE9-97B9-B616-45BC-4C4DD6415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A37AD-7E7F-0F47-FEDC-E169B0E72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7ADC8-9997-A4D2-7171-B0A5B662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7EEB0-611A-812B-164A-8F24DE2C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653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4D0B9-79ED-1AAE-38D7-3F455EBEC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13284-A6F7-FD9F-046E-1B5E73FAB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5926B-AD92-562F-8074-AEDCCF7F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B81F0-A4FD-14FC-7297-9ACDB8C8D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F45C0-109F-A8C8-6442-4F5E5A7B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41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705DB-A50C-E655-835C-E34045C64F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250FA-F908-0536-2611-0EB90107C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15B4C-833B-E4C1-0C42-2CEE27E4A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6F240-7CC3-81A7-16A5-EF44E408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9F603-ADDD-1A2F-C5AF-69940129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67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C501A7-DB54-D26C-5DE9-48C60033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30209-A7C6-BAEA-89D3-FE2101C07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9F4CE-E55F-1A40-74CB-FE9986706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1F8B8-FACC-40D7-8745-B54B94AE302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A691F-A9E1-29B5-37C2-92F5BFD45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1C94E-2FDF-833B-C45C-5858C3643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E7B43-094A-4688-B125-52CE097A55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8501C-0388-952F-7648-DECFF21B2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E14A65-1C24-8D08-2B08-C32926680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54" y="688258"/>
            <a:ext cx="10766323" cy="192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822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4D689B-EA54-06D1-4415-AC1E8EBB3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9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C2937-D5F6-70A0-D23A-236BB5471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260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5AAD6F-F7B4-493E-7D88-E2C4E754E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5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5BFEB9-9E6E-A0DF-4217-20BDCB28A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60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149FD0-A8F1-7CCE-4860-8FF33D431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36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813249-5747-2AB1-BBC1-ABE699DD3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50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48E25A-04C0-CC97-107E-21E97B8A4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21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8D2F29-96EA-54D3-8EB7-B2A5B0AF4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953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B408B7-4011-DE1E-F07E-87425E6DC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74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66E8FF-D2B3-970B-5D35-A7875A2C6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54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13917D-374D-0E3A-5683-A52328AC7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5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89C117-CBAF-0724-D4BA-D055B7B93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8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55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EB6A3-87EB-F9C9-5027-E60CB4EDE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58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C0DA6-1A5E-18D8-777F-842FE14D4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6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87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Pjyothi akshaya</dc:creator>
  <cp:lastModifiedBy>Pjyothi akshaya</cp:lastModifiedBy>
  <cp:revision>1</cp:revision>
  <dcterms:created xsi:type="dcterms:W3CDTF">2025-11-21T09:25:16Z</dcterms:created>
  <dcterms:modified xsi:type="dcterms:W3CDTF">2025-11-21T09:49:36Z</dcterms:modified>
</cp:coreProperties>
</file>