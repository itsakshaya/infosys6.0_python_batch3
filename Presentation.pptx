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8"/>
  </p:notesMasterIdLst>
  <p:sldIdLst>
    <p:sldId id="257" r:id="rId2"/>
    <p:sldId id="258" r:id="rId3"/>
    <p:sldId id="259" r:id="rId4"/>
    <p:sldId id="260" r:id="rId5"/>
    <p:sldId id="261" r:id="rId6"/>
    <p:sldId id="263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8FD3268-E693-4B9F-8229-3756E49053FF}" v="12" dt="2025-11-19T10:07:18.47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36102" autoAdjust="0"/>
    <p:restoredTop sz="94660"/>
  </p:normalViewPr>
  <p:slideViewPr>
    <p:cSldViewPr snapToGrid="0">
      <p:cViewPr varScale="1">
        <p:scale>
          <a:sx n="74" d="100"/>
          <a:sy n="74" d="100"/>
        </p:scale>
        <p:origin x="72" y="1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Relationship Id="rId14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Pjyothi akshaya" userId="3c321a654412955a" providerId="LiveId" clId="{774F25E5-E482-49D2-AB89-CEF0B3B94269}"/>
    <pc:docChg chg="custSel addSld delSld modSld">
      <pc:chgData name="Pjyothi akshaya" userId="3c321a654412955a" providerId="LiveId" clId="{774F25E5-E482-49D2-AB89-CEF0B3B94269}" dt="2025-11-19T10:12:47.629" v="255" actId="20577"/>
      <pc:docMkLst>
        <pc:docMk/>
      </pc:docMkLst>
      <pc:sldChg chg="modSp mod">
        <pc:chgData name="Pjyothi akshaya" userId="3c321a654412955a" providerId="LiveId" clId="{774F25E5-E482-49D2-AB89-CEF0B3B94269}" dt="2025-11-18T09:53:22.404" v="92" actId="207"/>
        <pc:sldMkLst>
          <pc:docMk/>
          <pc:sldMk cId="3588100345" sldId="257"/>
        </pc:sldMkLst>
        <pc:spChg chg="mod">
          <ac:chgData name="Pjyothi akshaya" userId="3c321a654412955a" providerId="LiveId" clId="{774F25E5-E482-49D2-AB89-CEF0B3B94269}" dt="2025-11-18T09:48:29.420" v="16" actId="207"/>
          <ac:spMkLst>
            <pc:docMk/>
            <pc:sldMk cId="3588100345" sldId="257"/>
            <ac:spMk id="4" creationId="{27502C57-C52B-F9EC-31DD-607613BFA1EB}"/>
          </ac:spMkLst>
        </pc:spChg>
        <pc:spChg chg="mod">
          <ac:chgData name="Pjyothi akshaya" userId="3c321a654412955a" providerId="LiveId" clId="{774F25E5-E482-49D2-AB89-CEF0B3B94269}" dt="2025-11-18T09:52:41.730" v="85" actId="207"/>
          <ac:spMkLst>
            <pc:docMk/>
            <pc:sldMk cId="3588100345" sldId="257"/>
            <ac:spMk id="5" creationId="{07688F6D-0224-F080-DF17-838B0AB55954}"/>
          </ac:spMkLst>
        </pc:spChg>
        <pc:spChg chg="mod">
          <ac:chgData name="Pjyothi akshaya" userId="3c321a654412955a" providerId="LiveId" clId="{774F25E5-E482-49D2-AB89-CEF0B3B94269}" dt="2025-11-18T09:52:48.117" v="86" actId="207"/>
          <ac:spMkLst>
            <pc:docMk/>
            <pc:sldMk cId="3588100345" sldId="257"/>
            <ac:spMk id="6" creationId="{071F6C43-37CA-39C1-1829-766053D2BD78}"/>
          </ac:spMkLst>
        </pc:spChg>
        <pc:spChg chg="mod">
          <ac:chgData name="Pjyothi akshaya" userId="3c321a654412955a" providerId="LiveId" clId="{774F25E5-E482-49D2-AB89-CEF0B3B94269}" dt="2025-11-18T09:52:52.601" v="87" actId="207"/>
          <ac:spMkLst>
            <pc:docMk/>
            <pc:sldMk cId="3588100345" sldId="257"/>
            <ac:spMk id="7" creationId="{9F958FAB-E2A0-256B-8E02-7D81721E10FD}"/>
          </ac:spMkLst>
        </pc:spChg>
        <pc:spChg chg="mod">
          <ac:chgData name="Pjyothi akshaya" userId="3c321a654412955a" providerId="LiveId" clId="{774F25E5-E482-49D2-AB89-CEF0B3B94269}" dt="2025-11-18T09:53:01.032" v="88" actId="207"/>
          <ac:spMkLst>
            <pc:docMk/>
            <pc:sldMk cId="3588100345" sldId="257"/>
            <ac:spMk id="8" creationId="{4C98F191-FC89-BBD4-DA68-B70263F76121}"/>
          </ac:spMkLst>
        </pc:spChg>
        <pc:spChg chg="mod">
          <ac:chgData name="Pjyothi akshaya" userId="3c321a654412955a" providerId="LiveId" clId="{774F25E5-E482-49D2-AB89-CEF0B3B94269}" dt="2025-11-18T09:53:06.036" v="89" actId="207"/>
          <ac:spMkLst>
            <pc:docMk/>
            <pc:sldMk cId="3588100345" sldId="257"/>
            <ac:spMk id="9" creationId="{8B09E037-3D6D-05F1-0A54-1643C4A5A6E6}"/>
          </ac:spMkLst>
        </pc:spChg>
        <pc:spChg chg="mod">
          <ac:chgData name="Pjyothi akshaya" userId="3c321a654412955a" providerId="LiveId" clId="{774F25E5-E482-49D2-AB89-CEF0B3B94269}" dt="2025-11-18T09:53:10.785" v="90" actId="207"/>
          <ac:spMkLst>
            <pc:docMk/>
            <pc:sldMk cId="3588100345" sldId="257"/>
            <ac:spMk id="10" creationId="{2FF79EBA-A42F-3EB1-0D61-45E4878AA00A}"/>
          </ac:spMkLst>
        </pc:spChg>
        <pc:spChg chg="mod">
          <ac:chgData name="Pjyothi akshaya" userId="3c321a654412955a" providerId="LiveId" clId="{774F25E5-E482-49D2-AB89-CEF0B3B94269}" dt="2025-11-18T09:53:17.017" v="91" actId="207"/>
          <ac:spMkLst>
            <pc:docMk/>
            <pc:sldMk cId="3588100345" sldId="257"/>
            <ac:spMk id="11" creationId="{EA308612-82EA-61A2-6CAD-223FC4E16746}"/>
          </ac:spMkLst>
        </pc:spChg>
        <pc:spChg chg="mod">
          <ac:chgData name="Pjyothi akshaya" userId="3c321a654412955a" providerId="LiveId" clId="{774F25E5-E482-49D2-AB89-CEF0B3B94269}" dt="2025-11-18T09:53:22.404" v="92" actId="207"/>
          <ac:spMkLst>
            <pc:docMk/>
            <pc:sldMk cId="3588100345" sldId="257"/>
            <ac:spMk id="12" creationId="{4EB9CB0A-D952-7869-7B53-0F453F2F9B67}"/>
          </ac:spMkLst>
        </pc:spChg>
      </pc:sldChg>
      <pc:sldChg chg="addSp delSp modSp new mod">
        <pc:chgData name="Pjyothi akshaya" userId="3c321a654412955a" providerId="LiveId" clId="{774F25E5-E482-49D2-AB89-CEF0B3B94269}" dt="2025-11-18T10:11:09.557" v="137" actId="14100"/>
        <pc:sldMkLst>
          <pc:docMk/>
          <pc:sldMk cId="518771134" sldId="258"/>
        </pc:sldMkLst>
        <pc:spChg chg="mod">
          <ac:chgData name="Pjyothi akshaya" userId="3c321a654412955a" providerId="LiveId" clId="{774F25E5-E482-49D2-AB89-CEF0B3B94269}" dt="2025-11-18T10:08:18.097" v="123" actId="20577"/>
          <ac:spMkLst>
            <pc:docMk/>
            <pc:sldMk cId="518771134" sldId="258"/>
            <ac:spMk id="2" creationId="{184C160D-601B-76D3-A2A8-80909B17EF2A}"/>
          </ac:spMkLst>
        </pc:spChg>
        <pc:spChg chg="del">
          <ac:chgData name="Pjyothi akshaya" userId="3c321a654412955a" providerId="LiveId" clId="{774F25E5-E482-49D2-AB89-CEF0B3B94269}" dt="2025-11-18T10:02:02.910" v="99" actId="22"/>
          <ac:spMkLst>
            <pc:docMk/>
            <pc:sldMk cId="518771134" sldId="258"/>
            <ac:spMk id="3" creationId="{F2A84626-2939-1C9E-F0AF-3EA044F6CE65}"/>
          </ac:spMkLst>
        </pc:spChg>
        <pc:spChg chg="del">
          <ac:chgData name="Pjyothi akshaya" userId="3c321a654412955a" providerId="LiveId" clId="{774F25E5-E482-49D2-AB89-CEF0B3B94269}" dt="2025-11-18T10:02:31.173" v="100" actId="22"/>
          <ac:spMkLst>
            <pc:docMk/>
            <pc:sldMk cId="518771134" sldId="258"/>
            <ac:spMk id="4" creationId="{888EFB2A-75D9-2583-AEC1-A41C27930C8B}"/>
          </ac:spMkLst>
        </pc:spChg>
        <pc:picChg chg="add mod ord">
          <ac:chgData name="Pjyothi akshaya" userId="3c321a654412955a" providerId="LiveId" clId="{774F25E5-E482-49D2-AB89-CEF0B3B94269}" dt="2025-11-18T10:11:05.044" v="136" actId="14100"/>
          <ac:picMkLst>
            <pc:docMk/>
            <pc:sldMk cId="518771134" sldId="258"/>
            <ac:picMk id="6" creationId="{F967611C-6B1A-7754-5A19-19637BDCE60E}"/>
          </ac:picMkLst>
        </pc:picChg>
        <pc:picChg chg="add mod ord">
          <ac:chgData name="Pjyothi akshaya" userId="3c321a654412955a" providerId="LiveId" clId="{774F25E5-E482-49D2-AB89-CEF0B3B94269}" dt="2025-11-18T10:11:09.557" v="137" actId="14100"/>
          <ac:picMkLst>
            <pc:docMk/>
            <pc:sldMk cId="518771134" sldId="258"/>
            <ac:picMk id="8" creationId="{4FC74F10-1F76-AD63-0AB5-570550CBBEE3}"/>
          </ac:picMkLst>
        </pc:picChg>
      </pc:sldChg>
      <pc:sldChg chg="addSp delSp new del mod">
        <pc:chgData name="Pjyothi akshaya" userId="3c321a654412955a" providerId="LiveId" clId="{774F25E5-E482-49D2-AB89-CEF0B3B94269}" dt="2025-11-18T10:01:06.672" v="96" actId="2696"/>
        <pc:sldMkLst>
          <pc:docMk/>
          <pc:sldMk cId="3307296758" sldId="258"/>
        </pc:sldMkLst>
        <pc:picChg chg="add del">
          <ac:chgData name="Pjyothi akshaya" userId="3c321a654412955a" providerId="LiveId" clId="{774F25E5-E482-49D2-AB89-CEF0B3B94269}" dt="2025-11-18T09:59:49.856" v="94" actId="21"/>
          <ac:picMkLst>
            <pc:docMk/>
            <pc:sldMk cId="3307296758" sldId="258"/>
            <ac:picMk id="3" creationId="{88339204-6E99-2249-964E-E5DC66A7B8A0}"/>
          </ac:picMkLst>
        </pc:picChg>
        <pc:picChg chg="add">
          <ac:chgData name="Pjyothi akshaya" userId="3c321a654412955a" providerId="LiveId" clId="{774F25E5-E482-49D2-AB89-CEF0B3B94269}" dt="2025-11-18T10:00:51.438" v="95" actId="22"/>
          <ac:picMkLst>
            <pc:docMk/>
            <pc:sldMk cId="3307296758" sldId="258"/>
            <ac:picMk id="5" creationId="{87E0375F-8479-6813-3A22-81F532593933}"/>
          </ac:picMkLst>
        </pc:picChg>
      </pc:sldChg>
      <pc:sldChg chg="add del">
        <pc:chgData name="Pjyothi akshaya" userId="3c321a654412955a" providerId="LiveId" clId="{774F25E5-E482-49D2-AB89-CEF0B3B94269}" dt="2025-11-18T10:03:33.850" v="115" actId="2696"/>
        <pc:sldMkLst>
          <pc:docMk/>
          <pc:sldMk cId="709558315" sldId="259"/>
        </pc:sldMkLst>
      </pc:sldChg>
      <pc:sldChg chg="addSp delSp modSp new mod">
        <pc:chgData name="Pjyothi akshaya" userId="3c321a654412955a" providerId="LiveId" clId="{774F25E5-E482-49D2-AB89-CEF0B3B94269}" dt="2025-11-18T10:18:59.912" v="176" actId="113"/>
        <pc:sldMkLst>
          <pc:docMk/>
          <pc:sldMk cId="2653159841" sldId="259"/>
        </pc:sldMkLst>
        <pc:spChg chg="mod">
          <ac:chgData name="Pjyothi akshaya" userId="3c321a654412955a" providerId="LiveId" clId="{774F25E5-E482-49D2-AB89-CEF0B3B94269}" dt="2025-11-18T10:18:59.912" v="176" actId="113"/>
          <ac:spMkLst>
            <pc:docMk/>
            <pc:sldMk cId="2653159841" sldId="259"/>
            <ac:spMk id="2" creationId="{4E5828F8-5F7C-C4F2-B8F7-A86D3AC88547}"/>
          </ac:spMkLst>
        </pc:spChg>
        <pc:spChg chg="del">
          <ac:chgData name="Pjyothi akshaya" userId="3c321a654412955a" providerId="LiveId" clId="{774F25E5-E482-49D2-AB89-CEF0B3B94269}" dt="2025-11-18T10:07:28.371" v="119" actId="22"/>
          <ac:spMkLst>
            <pc:docMk/>
            <pc:sldMk cId="2653159841" sldId="259"/>
            <ac:spMk id="3" creationId="{C1C5CA7C-BF6D-B1CA-2B3F-0F600CCAD649}"/>
          </ac:spMkLst>
        </pc:spChg>
        <pc:spChg chg="del">
          <ac:chgData name="Pjyothi akshaya" userId="3c321a654412955a" providerId="LiveId" clId="{774F25E5-E482-49D2-AB89-CEF0B3B94269}" dt="2025-11-18T10:07:54.919" v="120" actId="22"/>
          <ac:spMkLst>
            <pc:docMk/>
            <pc:sldMk cId="2653159841" sldId="259"/>
            <ac:spMk id="4" creationId="{2181272E-479F-0AEB-0BD8-D3F09950951A}"/>
          </ac:spMkLst>
        </pc:spChg>
        <pc:picChg chg="add mod ord">
          <ac:chgData name="Pjyothi akshaya" userId="3c321a654412955a" providerId="LiveId" clId="{774F25E5-E482-49D2-AB89-CEF0B3B94269}" dt="2025-11-18T10:10:40.024" v="132" actId="14100"/>
          <ac:picMkLst>
            <pc:docMk/>
            <pc:sldMk cId="2653159841" sldId="259"/>
            <ac:picMk id="6" creationId="{2D713592-B8B3-32A9-BFAD-3872836FDF4B}"/>
          </ac:picMkLst>
        </pc:picChg>
        <pc:picChg chg="add mod ord">
          <ac:chgData name="Pjyothi akshaya" userId="3c321a654412955a" providerId="LiveId" clId="{774F25E5-E482-49D2-AB89-CEF0B3B94269}" dt="2025-11-18T10:10:51.172" v="134" actId="14100"/>
          <ac:picMkLst>
            <pc:docMk/>
            <pc:sldMk cId="2653159841" sldId="259"/>
            <ac:picMk id="8" creationId="{E9EBA39E-C336-3A26-F5C9-A6B2F8376C09}"/>
          </ac:picMkLst>
        </pc:picChg>
      </pc:sldChg>
      <pc:sldChg chg="new del">
        <pc:chgData name="Pjyothi akshaya" userId="3c321a654412955a" providerId="LiveId" clId="{774F25E5-E482-49D2-AB89-CEF0B3B94269}" dt="2025-11-18T09:48:18.365" v="14" actId="2696"/>
        <pc:sldMkLst>
          <pc:docMk/>
          <pc:sldMk cId="4031146977" sldId="259"/>
        </pc:sldMkLst>
      </pc:sldChg>
      <pc:sldChg chg="addSp delSp modSp new mod">
        <pc:chgData name="Pjyothi akshaya" userId="3c321a654412955a" providerId="LiveId" clId="{774F25E5-E482-49D2-AB89-CEF0B3B94269}" dt="2025-11-18T10:19:08.707" v="177" actId="113"/>
        <pc:sldMkLst>
          <pc:docMk/>
          <pc:sldMk cId="2720851266" sldId="260"/>
        </pc:sldMkLst>
        <pc:spChg chg="mod">
          <ac:chgData name="Pjyothi akshaya" userId="3c321a654412955a" providerId="LiveId" clId="{774F25E5-E482-49D2-AB89-CEF0B3B94269}" dt="2025-11-18T10:19:08.707" v="177" actId="113"/>
          <ac:spMkLst>
            <pc:docMk/>
            <pc:sldMk cId="2720851266" sldId="260"/>
            <ac:spMk id="2" creationId="{0C20A467-D664-36EE-9092-07A641978B00}"/>
          </ac:spMkLst>
        </pc:spChg>
        <pc:spChg chg="del">
          <ac:chgData name="Pjyothi akshaya" userId="3c321a654412955a" providerId="LiveId" clId="{774F25E5-E482-49D2-AB89-CEF0B3B94269}" dt="2025-11-18T10:12:28.551" v="139" actId="22"/>
          <ac:spMkLst>
            <pc:docMk/>
            <pc:sldMk cId="2720851266" sldId="260"/>
            <ac:spMk id="3" creationId="{B553F779-168B-2937-247D-80F9519E756D}"/>
          </ac:spMkLst>
        </pc:spChg>
        <pc:spChg chg="del">
          <ac:chgData name="Pjyothi akshaya" userId="3c321a654412955a" providerId="LiveId" clId="{774F25E5-E482-49D2-AB89-CEF0B3B94269}" dt="2025-11-18T10:12:59.806" v="143" actId="22"/>
          <ac:spMkLst>
            <pc:docMk/>
            <pc:sldMk cId="2720851266" sldId="260"/>
            <ac:spMk id="4" creationId="{4AFE40A6-1759-D6AE-F243-67E555B3BBA7}"/>
          </ac:spMkLst>
        </pc:spChg>
        <pc:picChg chg="add mod ord">
          <ac:chgData name="Pjyothi akshaya" userId="3c321a654412955a" providerId="LiveId" clId="{774F25E5-E482-49D2-AB89-CEF0B3B94269}" dt="2025-11-18T10:13:13.031" v="146" actId="14100"/>
          <ac:picMkLst>
            <pc:docMk/>
            <pc:sldMk cId="2720851266" sldId="260"/>
            <ac:picMk id="6" creationId="{5294605F-FE3C-4DCF-AC7B-360EFDD2C0AE}"/>
          </ac:picMkLst>
        </pc:picChg>
        <pc:picChg chg="add mod ord">
          <ac:chgData name="Pjyothi akshaya" userId="3c321a654412955a" providerId="LiveId" clId="{774F25E5-E482-49D2-AB89-CEF0B3B94269}" dt="2025-11-18T10:13:05.300" v="145" actId="14100"/>
          <ac:picMkLst>
            <pc:docMk/>
            <pc:sldMk cId="2720851266" sldId="260"/>
            <ac:picMk id="8" creationId="{33DDA3E1-A1DB-5D87-AC65-B2CE463A0181}"/>
          </ac:picMkLst>
        </pc:picChg>
      </pc:sldChg>
      <pc:sldChg chg="del">
        <pc:chgData name="Pjyothi akshaya" userId="3c321a654412955a" providerId="LiveId" clId="{774F25E5-E482-49D2-AB89-CEF0B3B94269}" dt="2025-11-18T09:48:17.705" v="13" actId="2696"/>
        <pc:sldMkLst>
          <pc:docMk/>
          <pc:sldMk cId="3052208929" sldId="260"/>
        </pc:sldMkLst>
      </pc:sldChg>
      <pc:sldChg chg="addSp delSp modSp new mod">
        <pc:chgData name="Pjyothi akshaya" userId="3c321a654412955a" providerId="LiveId" clId="{774F25E5-E482-49D2-AB89-CEF0B3B94269}" dt="2025-11-18T10:19:14.696" v="178" actId="113"/>
        <pc:sldMkLst>
          <pc:docMk/>
          <pc:sldMk cId="2092904058" sldId="261"/>
        </pc:sldMkLst>
        <pc:spChg chg="mod">
          <ac:chgData name="Pjyothi akshaya" userId="3c321a654412955a" providerId="LiveId" clId="{774F25E5-E482-49D2-AB89-CEF0B3B94269}" dt="2025-11-18T10:19:14.696" v="178" actId="113"/>
          <ac:spMkLst>
            <pc:docMk/>
            <pc:sldMk cId="2092904058" sldId="261"/>
            <ac:spMk id="2" creationId="{89DBB142-686C-006B-DF88-6092C9570402}"/>
          </ac:spMkLst>
        </pc:spChg>
        <pc:spChg chg="del">
          <ac:chgData name="Pjyothi akshaya" userId="3c321a654412955a" providerId="LiveId" clId="{774F25E5-E482-49D2-AB89-CEF0B3B94269}" dt="2025-11-18T10:16:29.332" v="156" actId="22"/>
          <ac:spMkLst>
            <pc:docMk/>
            <pc:sldMk cId="2092904058" sldId="261"/>
            <ac:spMk id="3" creationId="{19C4F5D9-33BC-A2F3-625A-8FA6D884F1CD}"/>
          </ac:spMkLst>
        </pc:spChg>
        <pc:spChg chg="del">
          <ac:chgData name="Pjyothi akshaya" userId="3c321a654412955a" providerId="LiveId" clId="{774F25E5-E482-49D2-AB89-CEF0B3B94269}" dt="2025-11-18T10:16:57.636" v="159" actId="22"/>
          <ac:spMkLst>
            <pc:docMk/>
            <pc:sldMk cId="2092904058" sldId="261"/>
            <ac:spMk id="4" creationId="{EAABD16D-A5E9-1BC3-7368-665207267A71}"/>
          </ac:spMkLst>
        </pc:spChg>
        <pc:spChg chg="add del mod">
          <ac:chgData name="Pjyothi akshaya" userId="3c321a654412955a" providerId="LiveId" clId="{774F25E5-E482-49D2-AB89-CEF0B3B94269}" dt="2025-11-18T10:18:23.788" v="170" actId="22"/>
          <ac:spMkLst>
            <pc:docMk/>
            <pc:sldMk cId="2092904058" sldId="261"/>
            <ac:spMk id="10" creationId="{F2EA5B3B-0DE4-D43D-2D22-6AEB8A1DA6B8}"/>
          </ac:spMkLst>
        </pc:spChg>
        <pc:picChg chg="add del mod ord">
          <ac:chgData name="Pjyothi akshaya" userId="3c321a654412955a" providerId="LiveId" clId="{774F25E5-E482-49D2-AB89-CEF0B3B94269}" dt="2025-11-18T10:17:47.664" v="169" actId="21"/>
          <ac:picMkLst>
            <pc:docMk/>
            <pc:sldMk cId="2092904058" sldId="261"/>
            <ac:picMk id="6" creationId="{3BFB720B-E21F-7BB4-A47F-4D942CAAF69E}"/>
          </ac:picMkLst>
        </pc:picChg>
        <pc:picChg chg="add mod ord">
          <ac:chgData name="Pjyothi akshaya" userId="3c321a654412955a" providerId="LiveId" clId="{774F25E5-E482-49D2-AB89-CEF0B3B94269}" dt="2025-11-18T10:17:03.225" v="161" actId="14100"/>
          <ac:picMkLst>
            <pc:docMk/>
            <pc:sldMk cId="2092904058" sldId="261"/>
            <ac:picMk id="8" creationId="{7120AEE3-166A-8CDC-1EA6-FCA258FB1F6A}"/>
          </ac:picMkLst>
        </pc:picChg>
        <pc:picChg chg="add mod ord">
          <ac:chgData name="Pjyothi akshaya" userId="3c321a654412955a" providerId="LiveId" clId="{774F25E5-E482-49D2-AB89-CEF0B3B94269}" dt="2025-11-18T10:18:29.831" v="172" actId="14100"/>
          <ac:picMkLst>
            <pc:docMk/>
            <pc:sldMk cId="2092904058" sldId="261"/>
            <ac:picMk id="12" creationId="{456036CF-BA36-6A68-E7EE-3CD6248986E8}"/>
          </ac:picMkLst>
        </pc:picChg>
      </pc:sldChg>
      <pc:sldChg chg="del">
        <pc:chgData name="Pjyothi akshaya" userId="3c321a654412955a" providerId="LiveId" clId="{774F25E5-E482-49D2-AB89-CEF0B3B94269}" dt="2025-11-18T09:48:16.593" v="12" actId="2696"/>
        <pc:sldMkLst>
          <pc:docMk/>
          <pc:sldMk cId="2211151817" sldId="261"/>
        </pc:sldMkLst>
      </pc:sldChg>
      <pc:sldChg chg="del">
        <pc:chgData name="Pjyothi akshaya" userId="3c321a654412955a" providerId="LiveId" clId="{774F25E5-E482-49D2-AB89-CEF0B3B94269}" dt="2025-11-18T09:48:15.479" v="11" actId="2696"/>
        <pc:sldMkLst>
          <pc:docMk/>
          <pc:sldMk cId="2040881095" sldId="262"/>
        </pc:sldMkLst>
      </pc:sldChg>
      <pc:sldChg chg="new del">
        <pc:chgData name="Pjyothi akshaya" userId="3c321a654412955a" providerId="LiveId" clId="{774F25E5-E482-49D2-AB89-CEF0B3B94269}" dt="2025-11-19T10:05:30.485" v="181" actId="2696"/>
        <pc:sldMkLst>
          <pc:docMk/>
          <pc:sldMk cId="3888950728" sldId="262"/>
        </pc:sldMkLst>
      </pc:sldChg>
      <pc:sldChg chg="addSp delSp modSp new mod">
        <pc:chgData name="Pjyothi akshaya" userId="3c321a654412955a" providerId="LiveId" clId="{774F25E5-E482-49D2-AB89-CEF0B3B94269}" dt="2025-11-19T10:12:47.629" v="255" actId="20577"/>
        <pc:sldMkLst>
          <pc:docMk/>
          <pc:sldMk cId="1332896911" sldId="263"/>
        </pc:sldMkLst>
        <pc:spChg chg="mod">
          <ac:chgData name="Pjyothi akshaya" userId="3c321a654412955a" providerId="LiveId" clId="{774F25E5-E482-49D2-AB89-CEF0B3B94269}" dt="2025-11-19T10:06:46.349" v="186" actId="20577"/>
          <ac:spMkLst>
            <pc:docMk/>
            <pc:sldMk cId="1332896911" sldId="263"/>
            <ac:spMk id="2" creationId="{4FB02F80-9F16-8BFC-D38F-09654ACF2FDE}"/>
          </ac:spMkLst>
        </pc:spChg>
        <pc:spChg chg="del">
          <ac:chgData name="Pjyothi akshaya" userId="3c321a654412955a" providerId="LiveId" clId="{774F25E5-E482-49D2-AB89-CEF0B3B94269}" dt="2025-11-19T10:07:18.477" v="187"/>
          <ac:spMkLst>
            <pc:docMk/>
            <pc:sldMk cId="1332896911" sldId="263"/>
            <ac:spMk id="3" creationId="{03621E0C-5CFC-7795-40FB-FF3FC4BDB494}"/>
          </ac:spMkLst>
        </pc:spChg>
        <pc:graphicFrameChg chg="add mod modGraphic">
          <ac:chgData name="Pjyothi akshaya" userId="3c321a654412955a" providerId="LiveId" clId="{774F25E5-E482-49D2-AB89-CEF0B3B94269}" dt="2025-11-19T10:12:47.629" v="255" actId="20577"/>
          <ac:graphicFrameMkLst>
            <pc:docMk/>
            <pc:sldMk cId="1332896911" sldId="263"/>
            <ac:graphicFrameMk id="4" creationId="{AEE36450-6707-8232-A8B8-423F4227D17E}"/>
          </ac:graphicFrameMkLst>
        </pc:graphicFrameChg>
      </pc:sldChg>
      <pc:sldChg chg="del">
        <pc:chgData name="Pjyothi akshaya" userId="3c321a654412955a" providerId="LiveId" clId="{774F25E5-E482-49D2-AB89-CEF0B3B94269}" dt="2025-11-18T09:48:14.257" v="10" actId="2696"/>
        <pc:sldMkLst>
          <pc:docMk/>
          <pc:sldMk cId="3065210955" sldId="263"/>
        </pc:sldMkLst>
      </pc:sldChg>
      <pc:sldChg chg="del">
        <pc:chgData name="Pjyothi akshaya" userId="3c321a654412955a" providerId="LiveId" clId="{774F25E5-E482-49D2-AB89-CEF0B3B94269}" dt="2025-11-18T09:48:13.259" v="9" actId="2696"/>
        <pc:sldMkLst>
          <pc:docMk/>
          <pc:sldMk cId="3337776601" sldId="265"/>
        </pc:sldMkLst>
      </pc:sldChg>
      <pc:sldChg chg="del">
        <pc:chgData name="Pjyothi akshaya" userId="3c321a654412955a" providerId="LiveId" clId="{774F25E5-E482-49D2-AB89-CEF0B3B94269}" dt="2025-11-18T09:48:12.405" v="8" actId="2696"/>
        <pc:sldMkLst>
          <pc:docMk/>
          <pc:sldMk cId="2871245488" sldId="266"/>
        </pc:sldMkLst>
      </pc:sldChg>
      <pc:sldChg chg="del">
        <pc:chgData name="Pjyothi akshaya" userId="3c321a654412955a" providerId="LiveId" clId="{774F25E5-E482-49D2-AB89-CEF0B3B94269}" dt="2025-11-18T09:48:11.475" v="7" actId="2696"/>
        <pc:sldMkLst>
          <pc:docMk/>
          <pc:sldMk cId="3087847411" sldId="267"/>
        </pc:sldMkLst>
      </pc:sldChg>
      <pc:sldChg chg="del">
        <pc:chgData name="Pjyothi akshaya" userId="3c321a654412955a" providerId="LiveId" clId="{774F25E5-E482-49D2-AB89-CEF0B3B94269}" dt="2025-11-18T09:48:10.697" v="6" actId="2696"/>
        <pc:sldMkLst>
          <pc:docMk/>
          <pc:sldMk cId="3153524030" sldId="268"/>
        </pc:sldMkLst>
      </pc:sldChg>
      <pc:sldChg chg="del">
        <pc:chgData name="Pjyothi akshaya" userId="3c321a654412955a" providerId="LiveId" clId="{774F25E5-E482-49D2-AB89-CEF0B3B94269}" dt="2025-11-18T09:48:09.763" v="5" actId="2696"/>
        <pc:sldMkLst>
          <pc:docMk/>
          <pc:sldMk cId="47057117" sldId="269"/>
        </pc:sldMkLst>
      </pc:sldChg>
      <pc:sldChg chg="del">
        <pc:chgData name="Pjyothi akshaya" userId="3c321a654412955a" providerId="LiveId" clId="{774F25E5-E482-49D2-AB89-CEF0B3B94269}" dt="2025-11-18T09:48:07.067" v="4" actId="2696"/>
        <pc:sldMkLst>
          <pc:docMk/>
          <pc:sldMk cId="3528085334" sldId="270"/>
        </pc:sldMkLst>
      </pc:sldChg>
      <pc:sldChg chg="del">
        <pc:chgData name="Pjyothi akshaya" userId="3c321a654412955a" providerId="LiveId" clId="{774F25E5-E482-49D2-AB89-CEF0B3B94269}" dt="2025-11-18T09:48:01.245" v="3" actId="2696"/>
        <pc:sldMkLst>
          <pc:docMk/>
          <pc:sldMk cId="2643458202" sldId="271"/>
        </pc:sldMkLst>
      </pc:sldChg>
      <pc:sldChg chg="del">
        <pc:chgData name="Pjyothi akshaya" userId="3c321a654412955a" providerId="LiveId" clId="{774F25E5-E482-49D2-AB89-CEF0B3B94269}" dt="2025-11-18T09:47:58.393" v="2" actId="2696"/>
        <pc:sldMkLst>
          <pc:docMk/>
          <pc:sldMk cId="880312063" sldId="272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B0796FB-5D58-46E6-AA61-2A90E7305000}" type="datetimeFigureOut">
              <a:rPr lang="en-IN" smtClean="0"/>
              <a:t>19-11-2025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66E4EA9-D526-480A-939F-0B40D5A5869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3783945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66E4EA9-D526-480A-939F-0B40D5A58698}" type="slidenum">
              <a:rPr lang="en-IN" smtClean="0"/>
              <a:t>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2286562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199690-83CF-5F16-73F2-3D4A82EB234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2CBE103-662C-9D6E-F84B-D85B8C93F58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BA130A6-40D3-AF07-BC18-E607122BD7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F4516A-81F7-4FD9-83C1-9E3F1852AFC4}" type="datetimeFigureOut">
              <a:rPr lang="en-IN" smtClean="0"/>
              <a:t>19-11-2025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7F535EF-0044-6072-2157-34E5D9C48C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B1A5102-DCB3-E53E-E533-70B8E68D90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AAF9A9-E501-4378-B419-554EAA212ED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1910390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047993-FA23-DAAE-0A24-3F1F08DE97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769AC26-812E-B8C8-C23E-174482260A8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9105657-8336-FD9D-D649-F9EEAFD846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F4516A-81F7-4FD9-83C1-9E3F1852AFC4}" type="datetimeFigureOut">
              <a:rPr lang="en-IN" smtClean="0"/>
              <a:t>19-11-2025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E6AA792-E733-C798-A7B8-CC6D31CFD2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B5AF877-A3FD-3047-EC62-7F074942F8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AAF9A9-E501-4378-B419-554EAA212ED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1263442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E114A9-7F80-3CCF-8E98-83A788B0C1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F05B9DF-F642-0882-BF7D-9702FF3849B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ADA45E5-91BD-579D-D3CD-BBE4FA3939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F4516A-81F7-4FD9-83C1-9E3F1852AFC4}" type="datetimeFigureOut">
              <a:rPr lang="en-IN" smtClean="0"/>
              <a:t>19-11-2025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85D6C99-026D-324E-B03F-590F807A4D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8B424D9-5504-3953-58D0-AD3730515A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AAF9A9-E501-4378-B419-554EAA212ED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1334363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7E9D15-CCF5-9D63-8E3A-754BDC43EC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94B9965-864A-FEF7-D5C7-855AD7A5C55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49C2687-5832-D47B-610B-47B0782D23A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10E95FE-4D1D-D76E-301B-0A5A4F7EC4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F4516A-81F7-4FD9-83C1-9E3F1852AFC4}" type="datetimeFigureOut">
              <a:rPr lang="en-IN" smtClean="0"/>
              <a:t>19-11-2025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CC9EC64-BCC0-6A90-E52E-7AB47ABB9B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C2CE88E-A711-2C06-27D6-7A025A6046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AAF9A9-E501-4378-B419-554EAA212ED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3890097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F3767B-2A8A-BFFB-D530-2CAD10A6FE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AEFEB86-00CF-C557-976F-484E87CBEF0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FD0FBDA-3D1C-35FC-A490-896DB3B485B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5C2B519-EC7F-9B19-54C7-78B6F63DCE5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259DA6C-6C15-F801-45C4-C2D7ECED0B9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847215A-A64F-5D73-49CD-BCF5052E5E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F4516A-81F7-4FD9-83C1-9E3F1852AFC4}" type="datetimeFigureOut">
              <a:rPr lang="en-IN" smtClean="0"/>
              <a:t>19-11-2025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03C4379-814E-AE39-541E-04B08E3B13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163AC68-3F58-5C36-D001-D87CBBFBE0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AAF9A9-E501-4378-B419-554EAA212ED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6214297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697053-292A-8C39-D74B-6FAFC5F521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528517E-43BA-DB4B-539A-FB4F55C902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F4516A-81F7-4FD9-83C1-9E3F1852AFC4}" type="datetimeFigureOut">
              <a:rPr lang="en-IN" smtClean="0"/>
              <a:t>19-11-2025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6D3A260-AFB2-8478-089D-278D9B237E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DB89B6D-CE7D-B516-88CE-E2F73A2B29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AAF9A9-E501-4378-B419-554EAA212ED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196450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0C2E5D8-73E0-211A-2ECC-36C2BCD586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F4516A-81F7-4FD9-83C1-9E3F1852AFC4}" type="datetimeFigureOut">
              <a:rPr lang="en-IN" smtClean="0"/>
              <a:t>19-11-2025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C3DAAB6-EF41-F092-845B-56BC7714B0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FCFB0EA-BE78-73BA-B824-0697ABA669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AAF9A9-E501-4378-B419-554EAA212ED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9690642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8AB7A5-1454-B7A0-F80C-70D9261CF4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919A99-B143-3738-B19B-F88F10F9F59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0A179B3-4B45-D89D-CB51-7DB76FFCD3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37F94ED-BD2E-28E5-FFB6-CB4F9E6671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F4516A-81F7-4FD9-83C1-9E3F1852AFC4}" type="datetimeFigureOut">
              <a:rPr lang="en-IN" smtClean="0"/>
              <a:t>19-11-2025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4DE8DF2-D010-CAD7-EA83-B72BAD19DD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3F6A388-7D54-73F7-D64E-5A92E2B179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AAF9A9-E501-4378-B419-554EAA212ED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9053735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945986-3A17-4EEE-AFEB-33406867DB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7EC2C65-45F2-8094-ABDE-D1788F6D923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FEB2EE0-1F66-3F88-1DC7-28A1C28E0CF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639F1A7-198F-426B-36AC-7C0529317C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F4516A-81F7-4FD9-83C1-9E3F1852AFC4}" type="datetimeFigureOut">
              <a:rPr lang="en-IN" smtClean="0"/>
              <a:t>19-11-2025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6B6FC6D-B4EC-C77E-7DDE-BC2AF7C831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6D836EB-E775-8537-DD0B-D254B83F42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AAF9A9-E501-4378-B419-554EAA212ED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2520834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E1C683-DA1A-2368-6C09-B8E3F6A13A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E6CDF62-F193-F646-10FD-524DF334F59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A2F263D-DB02-6AAC-B894-9D5C3B7EB0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F4516A-81F7-4FD9-83C1-9E3F1852AFC4}" type="datetimeFigureOut">
              <a:rPr lang="en-IN" smtClean="0"/>
              <a:t>19-11-2025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C4DA08B-19C4-6569-C552-CF1C22E355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1B9648E-F530-C9C4-5A9C-2EEBA88C54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AAF9A9-E501-4378-B419-554EAA212ED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832976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48694D4-6AC8-D259-47FC-01D064845A0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4996C52-0C49-9AC0-104B-7BAA4374AA5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379FF49-6CE8-79F9-01EF-C08E9C7D8B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F4516A-81F7-4FD9-83C1-9E3F1852AFC4}" type="datetimeFigureOut">
              <a:rPr lang="en-IN" smtClean="0"/>
              <a:t>19-11-2025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FA6AE31-01DD-63D5-BFE8-505B84B041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6A657BA-51C9-0791-148F-18D87B493A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AAF9A9-E501-4378-B419-554EAA212ED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4058336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0C6F1EF-FA7C-8619-7A36-4FE24A5680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1A2DB2F-A9C8-7258-27CE-8203E87EE9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AB89795-2449-AD02-13B6-7A5D25667ED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EF4516A-81F7-4FD9-83C1-9E3F1852AFC4}" type="datetimeFigureOut">
              <a:rPr lang="en-IN" smtClean="0"/>
              <a:t>19-11-2025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4350F22-7DD1-D545-74E9-69997962A97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A5ED21C-7851-DC30-1F13-111EBC34962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2AAF9A9-E501-4378-B419-554EAA212ED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8731568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
            <a:extLst>
              <a:ext uri="{FF2B5EF4-FFF2-40B4-BE49-F238E27FC236}">
                <a16:creationId xmlns:a16="http://schemas.microsoft.com/office/drawing/2014/main" id="{FE2D6F31-1CFF-77AC-414B-3C5C8D82BA7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16530" y="465477"/>
            <a:ext cx="6758940" cy="1235869"/>
          </a:xfrm>
          <a:prstGeom prst="rect">
            <a:avLst/>
          </a:prstGeom>
        </p:spPr>
      </p:pic>
      <p:sp>
        <p:nvSpPr>
          <p:cNvPr id="4" name="Text 0">
            <a:extLst>
              <a:ext uri="{FF2B5EF4-FFF2-40B4-BE49-F238E27FC236}">
                <a16:creationId xmlns:a16="http://schemas.microsoft.com/office/drawing/2014/main" id="{27502C57-C52B-F9EC-31DD-607613BFA1EB}"/>
              </a:ext>
            </a:extLst>
          </p:cNvPr>
          <p:cNvSpPr/>
          <p:nvPr/>
        </p:nvSpPr>
        <p:spPr>
          <a:xfrm>
            <a:off x="312009" y="1523121"/>
            <a:ext cx="2604968" cy="325636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2050" dirty="0">
                <a:solidFill>
                  <a:srgbClr val="FF0000"/>
                </a:solidFill>
                <a:latin typeface="PT Serif" panose="020A0703040505020204" pitchFamily="34" charset="0"/>
                <a:ea typeface="PT Serif" panose="020A0703040505020204" pitchFamily="34" charset="-122"/>
                <a:cs typeface="PT Serif" panose="020A0703040505020204" pitchFamily="34" charset="-120"/>
              </a:rPr>
              <a:t>Project Details:</a:t>
            </a:r>
            <a:endParaRPr lang="en-US" sz="2050" dirty="0">
              <a:solidFill>
                <a:srgbClr val="FF0000"/>
              </a:solidFill>
            </a:endParaRPr>
          </a:p>
        </p:txBody>
      </p:sp>
      <p:sp>
        <p:nvSpPr>
          <p:cNvPr id="5" name="Text 1">
            <a:extLst>
              <a:ext uri="{FF2B5EF4-FFF2-40B4-BE49-F238E27FC236}">
                <a16:creationId xmlns:a16="http://schemas.microsoft.com/office/drawing/2014/main" id="{07688F6D-0224-F080-DF17-838B0AB55954}"/>
              </a:ext>
            </a:extLst>
          </p:cNvPr>
          <p:cNvSpPr/>
          <p:nvPr/>
        </p:nvSpPr>
        <p:spPr>
          <a:xfrm>
            <a:off x="329378" y="2174055"/>
            <a:ext cx="13042821" cy="31754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>
              <a:lnSpc>
                <a:spcPts val="2500"/>
              </a:lnSpc>
            </a:pPr>
            <a:r>
              <a:rPr lang="en-US" sz="1550" b="1" dirty="0">
                <a:solidFill>
                  <a:schemeClr val="accent1">
                    <a:lumMod val="75000"/>
                  </a:schemeClr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Project Title</a:t>
            </a:r>
            <a:r>
              <a:rPr lang="en-US" sz="1550" dirty="0">
                <a:solidFill>
                  <a:schemeClr val="accent1">
                    <a:lumMod val="75000"/>
                  </a:schemeClr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</a:t>
            </a:r>
            <a:r>
              <a:rPr lang="en-US" sz="15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- </a:t>
            </a:r>
            <a:r>
              <a:rPr lang="en-US" sz="1600" b="1" dirty="0"/>
              <a:t>Forecasting Air Quality Using Historical Pollution Data</a:t>
            </a:r>
            <a:endParaRPr lang="en-US" sz="1550" b="1" dirty="0"/>
          </a:p>
        </p:txBody>
      </p:sp>
      <p:sp>
        <p:nvSpPr>
          <p:cNvPr id="6" name="Text 2">
            <a:extLst>
              <a:ext uri="{FF2B5EF4-FFF2-40B4-BE49-F238E27FC236}">
                <a16:creationId xmlns:a16="http://schemas.microsoft.com/office/drawing/2014/main" id="{071F6C43-37CA-39C1-1829-766053D2BD78}"/>
              </a:ext>
            </a:extLst>
          </p:cNvPr>
          <p:cNvSpPr/>
          <p:nvPr/>
        </p:nvSpPr>
        <p:spPr>
          <a:xfrm>
            <a:off x="312009" y="2687195"/>
            <a:ext cx="13042821" cy="635079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>
              <a:lnSpc>
                <a:spcPts val="2500"/>
              </a:lnSpc>
            </a:pPr>
            <a:r>
              <a:rPr lang="en-US" sz="1550" b="1" dirty="0">
                <a:solidFill>
                  <a:schemeClr val="accent1">
                    <a:lumMod val="75000"/>
                  </a:schemeClr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Project Purpose -</a:t>
            </a:r>
            <a:r>
              <a:rPr lang="en-US" sz="1600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US" sz="1600" dirty="0"/>
              <a:t>To predict AQI and pollutant levels using historical pollution data and support healthier, data-driven decisions. The system</a:t>
            </a:r>
          </a:p>
          <a:p>
            <a:pPr>
              <a:lnSpc>
                <a:spcPts val="2500"/>
              </a:lnSpc>
            </a:pPr>
            <a:r>
              <a:rPr lang="en-US" sz="1600" dirty="0"/>
              <a:t> provides alerts, dashboards, and trend analysis to help authorities and the public take timely preventive actions.</a:t>
            </a:r>
            <a:endParaRPr lang="en-US" sz="1550" dirty="0">
              <a:solidFill>
                <a:srgbClr val="383838"/>
              </a:solidFill>
              <a:latin typeface="DM Sans" pitchFamily="34" charset="0"/>
              <a:ea typeface="DM Sans" pitchFamily="34" charset="-122"/>
              <a:cs typeface="DM Sans" pitchFamily="34" charset="-120"/>
            </a:endParaRPr>
          </a:p>
        </p:txBody>
      </p:sp>
      <p:sp>
        <p:nvSpPr>
          <p:cNvPr id="7" name="Text 3">
            <a:extLst>
              <a:ext uri="{FF2B5EF4-FFF2-40B4-BE49-F238E27FC236}">
                <a16:creationId xmlns:a16="http://schemas.microsoft.com/office/drawing/2014/main" id="{9F958FAB-E2A0-256B-8E02-7D81721E10FD}"/>
              </a:ext>
            </a:extLst>
          </p:cNvPr>
          <p:cNvSpPr/>
          <p:nvPr/>
        </p:nvSpPr>
        <p:spPr>
          <a:xfrm>
            <a:off x="312009" y="3545517"/>
            <a:ext cx="13042821" cy="31754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>
              <a:lnSpc>
                <a:spcPts val="2500"/>
              </a:lnSpc>
            </a:pPr>
            <a:r>
              <a:rPr lang="en-US" sz="1550" b="1" dirty="0">
                <a:solidFill>
                  <a:schemeClr val="accent1">
                    <a:lumMod val="75000"/>
                  </a:schemeClr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Tools and Technologie</a:t>
            </a:r>
            <a:r>
              <a:rPr lang="en-US" sz="1550" dirty="0">
                <a:solidFill>
                  <a:schemeClr val="accent1">
                    <a:lumMod val="75000"/>
                  </a:schemeClr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 </a:t>
            </a:r>
            <a:r>
              <a:rPr lang="en-US" sz="15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- </a:t>
            </a:r>
            <a:r>
              <a:rPr lang="en-US" sz="1600" dirty="0"/>
              <a:t>Python (Pandas, NumPy, Matplotlib, Sci-kit Learn) for data analysis and forecasting, and </a:t>
            </a:r>
            <a:r>
              <a:rPr lang="en-US" sz="1600" dirty="0" err="1"/>
              <a:t>Streamlit</a:t>
            </a:r>
            <a:r>
              <a:rPr lang="en-US" sz="1600" dirty="0"/>
              <a:t>  for building the </a:t>
            </a:r>
          </a:p>
          <a:p>
            <a:pPr>
              <a:lnSpc>
                <a:spcPts val="2500"/>
              </a:lnSpc>
            </a:pPr>
            <a:r>
              <a:rPr lang="en-US" sz="1600" dirty="0"/>
              <a:t>interactive dashboard and UI.</a:t>
            </a:r>
          </a:p>
          <a:p>
            <a:pPr>
              <a:lnSpc>
                <a:spcPts val="2500"/>
              </a:lnSpc>
            </a:pPr>
            <a:endParaRPr lang="en-US" sz="1600" dirty="0"/>
          </a:p>
          <a:p>
            <a:pPr>
              <a:lnSpc>
                <a:spcPts val="2500"/>
              </a:lnSpc>
            </a:pPr>
            <a:endParaRPr lang="en-US" sz="1600" dirty="0"/>
          </a:p>
          <a:p>
            <a:pPr>
              <a:lnSpc>
                <a:spcPts val="2500"/>
              </a:lnSpc>
            </a:pPr>
            <a:endParaRPr lang="en-US" sz="1550" dirty="0"/>
          </a:p>
        </p:txBody>
      </p:sp>
      <p:sp>
        <p:nvSpPr>
          <p:cNvPr id="8" name="Text 4">
            <a:extLst>
              <a:ext uri="{FF2B5EF4-FFF2-40B4-BE49-F238E27FC236}">
                <a16:creationId xmlns:a16="http://schemas.microsoft.com/office/drawing/2014/main" id="{4C98F191-FC89-BBD4-DA68-B70263F76121}"/>
              </a:ext>
            </a:extLst>
          </p:cNvPr>
          <p:cNvSpPr/>
          <p:nvPr/>
        </p:nvSpPr>
        <p:spPr>
          <a:xfrm>
            <a:off x="329378" y="3936716"/>
            <a:ext cx="13025452" cy="689609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endParaRPr lang="en-US" sz="1550" dirty="0"/>
          </a:p>
          <a:p>
            <a:pPr>
              <a:lnSpc>
                <a:spcPts val="2500"/>
              </a:lnSpc>
            </a:pPr>
            <a:r>
              <a:rPr lang="en-US" sz="1550" b="1" dirty="0">
                <a:solidFill>
                  <a:schemeClr val="accent1">
                    <a:lumMod val="75000"/>
                  </a:schemeClr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Mentor</a:t>
            </a:r>
            <a:r>
              <a:rPr lang="en-US" sz="1550" dirty="0">
                <a:solidFill>
                  <a:schemeClr val="accent1">
                    <a:lumMod val="75000"/>
                  </a:schemeClr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-</a:t>
            </a:r>
            <a:r>
              <a:rPr lang="en-US" sz="15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Ms. Umme Asma S</a:t>
            </a:r>
            <a:endParaRPr lang="en-US" sz="1550" dirty="0"/>
          </a:p>
          <a:p>
            <a:pPr marL="0" indent="0" algn="l">
              <a:lnSpc>
                <a:spcPts val="2500"/>
              </a:lnSpc>
              <a:buNone/>
            </a:pPr>
            <a:endParaRPr lang="en-US" sz="1550" dirty="0"/>
          </a:p>
        </p:txBody>
      </p:sp>
      <p:sp>
        <p:nvSpPr>
          <p:cNvPr id="9" name="Text 5">
            <a:extLst>
              <a:ext uri="{FF2B5EF4-FFF2-40B4-BE49-F238E27FC236}">
                <a16:creationId xmlns:a16="http://schemas.microsoft.com/office/drawing/2014/main" id="{8B09E037-3D6D-05F1-0A54-1643C4A5A6E6}"/>
              </a:ext>
            </a:extLst>
          </p:cNvPr>
          <p:cNvSpPr/>
          <p:nvPr/>
        </p:nvSpPr>
        <p:spPr>
          <a:xfrm>
            <a:off x="312009" y="4627081"/>
            <a:ext cx="13042821" cy="31754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b="1" dirty="0">
                <a:solidFill>
                  <a:schemeClr val="accent1">
                    <a:lumMod val="75000"/>
                  </a:schemeClr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Batch Number</a:t>
            </a:r>
            <a:r>
              <a:rPr lang="en-US" sz="1550" dirty="0">
                <a:solidFill>
                  <a:schemeClr val="accent1">
                    <a:lumMod val="75000"/>
                  </a:schemeClr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</a:t>
            </a:r>
            <a:r>
              <a:rPr lang="en-US" sz="15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- 3</a:t>
            </a:r>
            <a:endParaRPr lang="en-US" sz="1550" dirty="0"/>
          </a:p>
        </p:txBody>
      </p:sp>
      <p:sp>
        <p:nvSpPr>
          <p:cNvPr id="10" name="Text 6">
            <a:extLst>
              <a:ext uri="{FF2B5EF4-FFF2-40B4-BE49-F238E27FC236}">
                <a16:creationId xmlns:a16="http://schemas.microsoft.com/office/drawing/2014/main" id="{2FF79EBA-A42F-3EB1-0D61-45E4878AA00A}"/>
              </a:ext>
            </a:extLst>
          </p:cNvPr>
          <p:cNvSpPr/>
          <p:nvPr/>
        </p:nvSpPr>
        <p:spPr>
          <a:xfrm>
            <a:off x="312009" y="5018279"/>
            <a:ext cx="13042821" cy="467124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b="1" dirty="0">
                <a:solidFill>
                  <a:schemeClr val="accent1">
                    <a:lumMod val="75000"/>
                  </a:schemeClr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Start Date</a:t>
            </a:r>
            <a:r>
              <a:rPr lang="en-US" sz="1550" dirty="0">
                <a:solidFill>
                  <a:schemeClr val="accent1">
                    <a:lumMod val="75000"/>
                  </a:schemeClr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- </a:t>
            </a:r>
            <a:r>
              <a:rPr lang="en-US" sz="15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22-September-2025</a:t>
            </a:r>
            <a:endParaRPr lang="en-US" sz="1550" dirty="0"/>
          </a:p>
        </p:txBody>
      </p:sp>
      <p:sp>
        <p:nvSpPr>
          <p:cNvPr id="11" name="Text 7">
            <a:extLst>
              <a:ext uri="{FF2B5EF4-FFF2-40B4-BE49-F238E27FC236}">
                <a16:creationId xmlns:a16="http://schemas.microsoft.com/office/drawing/2014/main" id="{EA308612-82EA-61A2-6CAD-223FC4E16746}"/>
              </a:ext>
            </a:extLst>
          </p:cNvPr>
          <p:cNvSpPr/>
          <p:nvPr/>
        </p:nvSpPr>
        <p:spPr>
          <a:xfrm>
            <a:off x="312009" y="5485403"/>
            <a:ext cx="13042821" cy="540781"/>
          </a:xfrm>
          <a:prstGeom prst="rect">
            <a:avLst/>
          </a:prstGeom>
          <a:solidFill>
            <a:schemeClr val="bg1"/>
          </a:solidFill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b="1" dirty="0">
                <a:solidFill>
                  <a:schemeClr val="accent1">
                    <a:lumMod val="75000"/>
                  </a:schemeClr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Intern Name</a:t>
            </a:r>
            <a:r>
              <a:rPr lang="en-US" sz="1550" dirty="0">
                <a:solidFill>
                  <a:schemeClr val="accent1">
                    <a:lumMod val="75000"/>
                  </a:schemeClr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</a:t>
            </a:r>
            <a:r>
              <a:rPr lang="en-US" sz="15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– Pala Jyothi Akshaya</a:t>
            </a:r>
            <a:endParaRPr lang="en-US" sz="1550" dirty="0"/>
          </a:p>
        </p:txBody>
      </p:sp>
      <p:sp>
        <p:nvSpPr>
          <p:cNvPr id="12" name="Text 8">
            <a:extLst>
              <a:ext uri="{FF2B5EF4-FFF2-40B4-BE49-F238E27FC236}">
                <a16:creationId xmlns:a16="http://schemas.microsoft.com/office/drawing/2014/main" id="{4EB9CB0A-D952-7869-7B53-0F453F2F9B67}"/>
              </a:ext>
            </a:extLst>
          </p:cNvPr>
          <p:cNvSpPr/>
          <p:nvPr/>
        </p:nvSpPr>
        <p:spPr>
          <a:xfrm>
            <a:off x="312009" y="6026184"/>
            <a:ext cx="13042821" cy="540782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>
              <a:lnSpc>
                <a:spcPts val="2500"/>
              </a:lnSpc>
            </a:pPr>
            <a:r>
              <a:rPr lang="en-US" sz="1550" b="1" dirty="0">
                <a:solidFill>
                  <a:schemeClr val="accent1">
                    <a:lumMod val="75000"/>
                  </a:schemeClr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GitHub Repository</a:t>
            </a:r>
            <a:r>
              <a:rPr lang="en-US" sz="1550" dirty="0">
                <a:solidFill>
                  <a:schemeClr val="accent1">
                    <a:lumMod val="75000"/>
                  </a:schemeClr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-</a:t>
            </a:r>
            <a:r>
              <a:rPr lang="en-US" sz="1550" u="sng" dirty="0">
                <a:solidFill>
                  <a:schemeClr val="accent1">
                    <a:lumMod val="75000"/>
                  </a:schemeClr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</a:t>
            </a:r>
            <a:r>
              <a:rPr lang="en-US" sz="1550" u="sng" dirty="0">
                <a:solidFill>
                  <a:srgbClr val="E04F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https://github.com/itsakshaya/Infosys6.0_Python_Batch3</a:t>
            </a:r>
            <a:endParaRPr lang="en-US" sz="1550" dirty="0"/>
          </a:p>
        </p:txBody>
      </p:sp>
      <p:sp>
        <p:nvSpPr>
          <p:cNvPr id="13" name="Text Box 12">
            <a:extLst>
              <a:ext uri="{FF2B5EF4-FFF2-40B4-BE49-F238E27FC236}">
                <a16:creationId xmlns:a16="http://schemas.microsoft.com/office/drawing/2014/main" id="{71EE8DD5-7F71-FCEC-755A-9242955D19AE}"/>
              </a:ext>
            </a:extLst>
          </p:cNvPr>
          <p:cNvSpPr txBox="1"/>
          <p:nvPr/>
        </p:nvSpPr>
        <p:spPr>
          <a:xfrm>
            <a:off x="12004224" y="6640626"/>
            <a:ext cx="2143760" cy="55181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no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810034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4C160D-601B-76D3-A2A8-80909B17EF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MILESTONE1</a:t>
            </a:r>
            <a:r>
              <a:rPr lang="en-US" b="1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: </a:t>
            </a:r>
            <a:r>
              <a:rPr lang="en-US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Data Preprocessing &amp; EDA</a:t>
            </a:r>
            <a:endParaRPr lang="en-IN" dirty="0"/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F967611C-6B1A-7754-5A19-19637BDCE60E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838200" y="1690689"/>
            <a:ext cx="5181600" cy="4399868"/>
          </a:xfrm>
          <a:prstGeom prst="rect">
            <a:avLst/>
          </a:prstGeom>
        </p:spPr>
      </p:pic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4FC74F10-1F76-AD63-0AB5-570550CBBEE3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/>
          <a:stretch>
            <a:fillRect/>
          </a:stretch>
        </p:blipFill>
        <p:spPr>
          <a:xfrm>
            <a:off x="6172200" y="1812472"/>
            <a:ext cx="5181600" cy="39150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877113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5828F8-5F7C-C4F2-B8F7-A86D3AC885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MILESTONE2: </a:t>
            </a:r>
            <a:r>
              <a:rPr lang="en-US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Model Training &amp; Evaluation</a:t>
            </a:r>
            <a:endParaRPr lang="en-IN" dirty="0"/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2D713592-B8B3-32A9-BFAD-3872836FDF4B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838200" y="2106386"/>
            <a:ext cx="5181600" cy="3559628"/>
          </a:xfrm>
          <a:prstGeom prst="rect">
            <a:avLst/>
          </a:prstGeom>
        </p:spPr>
      </p:pic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E9EBA39E-C336-3A26-F5C9-A6B2F8376C09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/>
          <a:stretch>
            <a:fillRect/>
          </a:stretch>
        </p:blipFill>
        <p:spPr>
          <a:xfrm>
            <a:off x="6172200" y="1690688"/>
            <a:ext cx="5181600" cy="43018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5315984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20A467-D664-36EE-9092-07A641978B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MILESTONE3: </a:t>
            </a:r>
            <a:r>
              <a:rPr lang="en-US" sz="36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Alert Logic &amp; Trend Visualization</a:t>
            </a:r>
            <a:endParaRPr lang="en-IN" sz="3600" dirty="0"/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5294605F-FE3C-4DCF-AC7B-360EFDD2C0AE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587829" y="2302329"/>
            <a:ext cx="5431971" cy="3331028"/>
          </a:xfrm>
          <a:prstGeom prst="rect">
            <a:avLst/>
          </a:prstGeom>
        </p:spPr>
      </p:pic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33DDA3E1-A1DB-5D87-AC65-B2CE463A0181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/>
          <a:stretch>
            <a:fillRect/>
          </a:stretch>
        </p:blipFill>
        <p:spPr>
          <a:xfrm>
            <a:off x="6172200" y="2302329"/>
            <a:ext cx="5181600" cy="3543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2085126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DBB142-686C-006B-DF88-6092C95704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MILESTONE4: </a:t>
            </a:r>
            <a:r>
              <a:rPr lang="en-IN" altLang="en-US" dirty="0" err="1"/>
              <a:t>Streamlit</a:t>
            </a:r>
            <a:r>
              <a:rPr lang="en-IN" altLang="en-US" dirty="0"/>
              <a:t> Dashboard</a:t>
            </a:r>
            <a:endParaRPr lang="en-IN" dirty="0"/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7120AEE3-166A-8CDC-1EA6-FCA258FB1F6A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6172200" y="2188029"/>
            <a:ext cx="5181600" cy="3967842"/>
          </a:xfrm>
          <a:prstGeom prst="rect">
            <a:avLst/>
          </a:prstGeom>
        </p:spPr>
      </p:pic>
      <p:pic>
        <p:nvPicPr>
          <p:cNvPr id="12" name="Content Placeholder 11">
            <a:extLst>
              <a:ext uri="{FF2B5EF4-FFF2-40B4-BE49-F238E27FC236}">
                <a16:creationId xmlns:a16="http://schemas.microsoft.com/office/drawing/2014/main" id="{456036CF-BA36-6A68-E7EE-3CD6248986E8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3"/>
          <a:stretch>
            <a:fillRect/>
          </a:stretch>
        </p:blipFill>
        <p:spPr>
          <a:xfrm>
            <a:off x="838200" y="2057400"/>
            <a:ext cx="5181600" cy="37392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290405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B02F80-9F16-8BFC-D38F-09654ACF2F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b="1" dirty="0"/>
              <a:t>		Weekly Progress Overview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AEE36450-6707-8232-A8B8-423F4227D17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720489334"/>
              </p:ext>
            </p:extLst>
          </p:nvPr>
        </p:nvGraphicFramePr>
        <p:xfrm>
          <a:off x="1330035" y="1788672"/>
          <a:ext cx="9486900" cy="4652244"/>
        </p:xfrm>
        <a:graphic>
          <a:graphicData uri="http://schemas.openxmlformats.org/drawingml/2006/table">
            <a:tbl>
              <a:tblPr/>
              <a:tblGrid>
                <a:gridCol w="3162300">
                  <a:extLst>
                    <a:ext uri="{9D8B030D-6E8A-4147-A177-3AD203B41FA5}">
                      <a16:colId xmlns:a16="http://schemas.microsoft.com/office/drawing/2014/main" val="2747401004"/>
                    </a:ext>
                  </a:extLst>
                </a:gridCol>
                <a:gridCol w="3162300">
                  <a:extLst>
                    <a:ext uri="{9D8B030D-6E8A-4147-A177-3AD203B41FA5}">
                      <a16:colId xmlns:a16="http://schemas.microsoft.com/office/drawing/2014/main" val="743972296"/>
                    </a:ext>
                  </a:extLst>
                </a:gridCol>
                <a:gridCol w="3162300">
                  <a:extLst>
                    <a:ext uri="{9D8B030D-6E8A-4147-A177-3AD203B41FA5}">
                      <a16:colId xmlns:a16="http://schemas.microsoft.com/office/drawing/2014/main" val="783353628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b="1" dirty="0"/>
                        <a:t>        Week</a:t>
                      </a:r>
                      <a:endParaRPr lang="en-IN" sz="1600" dirty="0"/>
                    </a:p>
                  </a:txBody>
                  <a:tcPr marL="48348" marR="48348" marT="24174" marB="2417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b="1" dirty="0"/>
                        <a:t>Planned Tasks</a:t>
                      </a:r>
                      <a:endParaRPr lang="en-IN" sz="1600" dirty="0"/>
                    </a:p>
                  </a:txBody>
                  <a:tcPr marL="48348" marR="48348" marT="24174" marB="2417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b="1" dirty="0"/>
                        <a:t>Work Completed</a:t>
                      </a:r>
                      <a:endParaRPr lang="en-IN" sz="1600" dirty="0"/>
                    </a:p>
                  </a:txBody>
                  <a:tcPr marL="48348" marR="48348" marT="24174" marB="2417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60249081"/>
                  </a:ext>
                </a:extLst>
              </a:tr>
              <a:tr h="65907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b="1" dirty="0"/>
                        <a:t>Week 1                  </a:t>
                      </a:r>
                    </a:p>
                  </a:txBody>
                  <a:tcPr marL="48348" marR="48348" marT="24174" marB="2417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 dirty="0"/>
                        <a:t>Understanding the problem statement, studying AQI requirements, exploring available datasets.</a:t>
                      </a:r>
                    </a:p>
                  </a:txBody>
                  <a:tcPr marL="48348" marR="48348" marT="24174" marB="2417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/>
                        <a:t>Project scope finalized, data sources verified, and initial dataset downloaded.</a:t>
                      </a:r>
                    </a:p>
                  </a:txBody>
                  <a:tcPr marL="48348" marR="48348" marT="24174" marB="2417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79060587"/>
                  </a:ext>
                </a:extLst>
              </a:tr>
              <a:tr h="50698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b="1" dirty="0"/>
                        <a:t>Week 2          </a:t>
                      </a:r>
                      <a:endParaRPr lang="en-IN" sz="1600" dirty="0"/>
                    </a:p>
                  </a:txBody>
                  <a:tcPr marL="48348" marR="48348" marT="24174" marB="2417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 dirty="0"/>
                        <a:t>Preparing raw data, fixing inconsistencies, performing early visual checks on pollutants.</a:t>
                      </a:r>
                    </a:p>
                  </a:txBody>
                  <a:tcPr marL="48348" marR="48348" marT="24174" marB="2417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/>
                        <a:t>Data cleaned, missing values resolved, and initial trends/graphs generated.</a:t>
                      </a:r>
                    </a:p>
                  </a:txBody>
                  <a:tcPr marL="48348" marR="48348" marT="24174" marB="2417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79224730"/>
                  </a:ext>
                </a:extLst>
              </a:tr>
              <a:tr h="50698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b="1" dirty="0"/>
                        <a:t>Week 3</a:t>
                      </a:r>
                    </a:p>
                  </a:txBody>
                  <a:tcPr marL="48348" marR="48348" marT="24174" marB="2417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/>
                        <a:t>Designing features based on time, season, and pollutant behavior; preparing modeling dataset.</a:t>
                      </a:r>
                    </a:p>
                  </a:txBody>
                  <a:tcPr marL="48348" marR="48348" marT="24174" marB="2417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/>
                        <a:t>Feature transformations completed, dataset normalized, and ready for model training.</a:t>
                      </a:r>
                    </a:p>
                  </a:txBody>
                  <a:tcPr marL="48348" marR="48348" marT="24174" marB="2417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9370968"/>
                  </a:ext>
                </a:extLst>
              </a:tr>
              <a:tr h="50698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b="1" dirty="0"/>
                        <a:t>Week 4</a:t>
                      </a:r>
                      <a:endParaRPr lang="en-IN" sz="1600" dirty="0"/>
                    </a:p>
                  </a:txBody>
                  <a:tcPr marL="48348" marR="48348" marT="24174" marB="2417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/>
                        <a:t>Training forecasting models such as ARIMA, Prophet, and LSTM; comparing performance.</a:t>
                      </a:r>
                    </a:p>
                  </a:txBody>
                  <a:tcPr marL="48348" marR="48348" marT="24174" marB="2417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 dirty="0"/>
                        <a:t>All models trained; evaluation done using RMSE &amp; MAE; best-performing model identified.</a:t>
                      </a:r>
                    </a:p>
                  </a:txBody>
                  <a:tcPr marL="48348" marR="48348" marT="24174" marB="2417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76760424"/>
                  </a:ext>
                </a:extLst>
              </a:tr>
              <a:tr h="65907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b="1" dirty="0"/>
                        <a:t>Week 5</a:t>
                      </a:r>
                      <a:endParaRPr lang="en-IN" sz="1600" dirty="0"/>
                    </a:p>
                  </a:txBody>
                  <a:tcPr marL="48348" marR="48348" marT="24174" marB="2417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 dirty="0"/>
                        <a:t>Building AQI calculation logic and defining alert rules for different AQI categories.</a:t>
                      </a:r>
                    </a:p>
                  </a:txBody>
                  <a:tcPr marL="48348" marR="48348" marT="24174" marB="2417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/>
                        <a:t>AQI category mapping implemented; alert mechanism working based on threshold exceedance.</a:t>
                      </a:r>
                    </a:p>
                  </a:txBody>
                  <a:tcPr marL="48348" marR="48348" marT="24174" marB="2417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44707367"/>
                  </a:ext>
                </a:extLst>
              </a:tr>
              <a:tr h="50698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b="1" dirty="0"/>
                        <a:t>Week 6</a:t>
                      </a:r>
                      <a:endParaRPr lang="en-IN" sz="1600" dirty="0"/>
                    </a:p>
                  </a:txBody>
                  <a:tcPr marL="48348" marR="48348" marT="24174" marB="2417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/>
                        <a:t>Creating charts for pollutant contribution, seasonal patterns, and trend analysis.</a:t>
                      </a:r>
                    </a:p>
                  </a:txBody>
                  <a:tcPr marL="48348" marR="48348" marT="24174" marB="2417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/>
                        <a:t>Visualization module ready with clear pollutant insights and time-based patterns.</a:t>
                      </a:r>
                    </a:p>
                  </a:txBody>
                  <a:tcPr marL="48348" marR="48348" marT="24174" marB="2417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84303286"/>
                  </a:ext>
                </a:extLst>
              </a:tr>
              <a:tr h="50698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b="1" dirty="0"/>
                        <a:t>Week 7</a:t>
                      </a:r>
                      <a:endParaRPr lang="en-IN" sz="1600" dirty="0"/>
                    </a:p>
                  </a:txBody>
                  <a:tcPr marL="48348" marR="48348" marT="24174" marB="2417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/>
                        <a:t>Developing Streamlit dashboard with user inputs, forecast charts, and admin features.</a:t>
                      </a:r>
                    </a:p>
                  </a:txBody>
                  <a:tcPr marL="48348" marR="48348" marT="24174" marB="2417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/>
                        <a:t>Interactive dashboard completed — includes forecast plots, AQI gauge, file upload, and alerts.</a:t>
                      </a:r>
                    </a:p>
                  </a:txBody>
                  <a:tcPr marL="48348" marR="48348" marT="24174" marB="2417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95215218"/>
                  </a:ext>
                </a:extLst>
              </a:tr>
              <a:tr h="50698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b="1" dirty="0"/>
                        <a:t>Week 8</a:t>
                      </a:r>
                      <a:endParaRPr lang="en-IN" sz="1600" dirty="0"/>
                    </a:p>
                  </a:txBody>
                  <a:tcPr marL="48348" marR="48348" marT="24174" marB="2417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 dirty="0"/>
                        <a:t>Testing full workflow, preparing documentation, and creating final presentation material.</a:t>
                      </a:r>
                    </a:p>
                  </a:txBody>
                  <a:tcPr marL="48348" marR="48348" marT="24174" marB="2417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 dirty="0"/>
                        <a:t>End-to-end workflow validated, report compiled, and final demo prepared for submission.</a:t>
                      </a:r>
                    </a:p>
                  </a:txBody>
                  <a:tcPr marL="48348" marR="48348" marT="24174" marB="2417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9115353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3289691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266</TotalTime>
  <Words>395</Words>
  <Application>Microsoft Office PowerPoint</Application>
  <PresentationFormat>Widescreen</PresentationFormat>
  <Paragraphs>46</Paragraphs>
  <Slides>6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2" baseType="lpstr">
      <vt:lpstr>Arial</vt:lpstr>
      <vt:lpstr>Calibri</vt:lpstr>
      <vt:lpstr>Calibri Light</vt:lpstr>
      <vt:lpstr>DM Sans</vt:lpstr>
      <vt:lpstr>PT Serif</vt:lpstr>
      <vt:lpstr>Office Theme</vt:lpstr>
      <vt:lpstr>PowerPoint Presentation</vt:lpstr>
      <vt:lpstr>MILESTONE1: Data Preprocessing &amp; EDA</vt:lpstr>
      <vt:lpstr>MILESTONE2: Model Training &amp; Evaluation</vt:lpstr>
      <vt:lpstr>MILESTONE3: Alert Logic &amp; Trend Visualization</vt:lpstr>
      <vt:lpstr>MILESTONE4: Streamlit Dashboard</vt:lpstr>
      <vt:lpstr>  Weekly Progress Overview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Pjyothi akshaya</dc:creator>
  <cp:lastModifiedBy>Pjyothi akshaya</cp:lastModifiedBy>
  <cp:revision>2</cp:revision>
  <dcterms:created xsi:type="dcterms:W3CDTF">2025-11-17T09:04:33Z</dcterms:created>
  <dcterms:modified xsi:type="dcterms:W3CDTF">2025-11-19T10:12:54Z</dcterms:modified>
</cp:coreProperties>
</file>